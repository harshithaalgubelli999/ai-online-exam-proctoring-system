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1" r:id="rId6"/>
    <p:sldId id="272" r:id="rId7"/>
    <p:sldId id="263" r:id="rId8"/>
    <p:sldId id="265" r:id="rId9"/>
    <p:sldId id="276" r:id="rId10"/>
    <p:sldId id="282" r:id="rId11"/>
    <p:sldId id="283" r:id="rId12"/>
    <p:sldId id="284" r:id="rId13"/>
    <p:sldId id="312" r:id="rId14"/>
    <p:sldId id="313" r:id="rId15"/>
    <p:sldId id="314" r:id="rId16"/>
    <p:sldId id="315" r:id="rId17"/>
    <p:sldId id="316" r:id="rId18"/>
    <p:sldId id="274" r:id="rId19"/>
    <p:sldId id="278" r:id="rId20"/>
    <p:sldId id="280" r:id="rId21"/>
    <p:sldId id="281" r:id="rId22"/>
    <p:sldId id="287" r:id="rId23"/>
    <p:sldId id="288" r:id="rId24"/>
    <p:sldId id="289" r:id="rId25"/>
    <p:sldId id="295" r:id="rId26"/>
    <p:sldId id="302" r:id="rId27"/>
    <p:sldId id="267" r:id="rId28"/>
    <p:sldId id="268" r:id="rId29"/>
    <p:sldId id="285" r:id="rId30"/>
    <p:sldId id="269" r:id="rId31"/>
    <p:sldId id="309" r:id="rId32"/>
    <p:sldId id="270" r:id="rId33"/>
    <p:sldId id="271" r:id="rId34"/>
  </p:sldIdLst>
  <p:sldSz cx="12192000" cy="6858000"/>
  <p:notesSz cx="6858000" cy="9144000"/>
  <p:defaultTextStyle>
    <a:defPPr lvl="0">
      <a:defRPr lang="en-US"/>
    </a:defPPr>
    <a:lvl1pPr lvl="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018" lvl="1"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034" lvl="2"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052" lvl="3"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067" lvl="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5085" lvl="5" algn="l" defTabSz="914034" rtl="0" eaLnBrk="1" latinLnBrk="0" hangingPunct="1">
      <a:defRPr kern="1200">
        <a:solidFill>
          <a:schemeClr val="tx1"/>
        </a:solidFill>
        <a:latin typeface="Calibri" panose="020F0502020204030204" pitchFamily="34" charset="0"/>
        <a:ea typeface="+mn-ea"/>
        <a:cs typeface="+mn-cs"/>
      </a:defRPr>
    </a:lvl6pPr>
    <a:lvl7pPr marL="2742102" lvl="6" algn="l" defTabSz="914034" rtl="0" eaLnBrk="1" latinLnBrk="0" hangingPunct="1">
      <a:defRPr kern="1200">
        <a:solidFill>
          <a:schemeClr val="tx1"/>
        </a:solidFill>
        <a:latin typeface="Calibri" panose="020F0502020204030204" pitchFamily="34" charset="0"/>
        <a:ea typeface="+mn-ea"/>
        <a:cs typeface="+mn-cs"/>
      </a:defRPr>
    </a:lvl7pPr>
    <a:lvl8pPr marL="3199121" lvl="7" algn="l" defTabSz="914034" rtl="0" eaLnBrk="1" latinLnBrk="0" hangingPunct="1">
      <a:defRPr kern="1200">
        <a:solidFill>
          <a:schemeClr val="tx1"/>
        </a:solidFill>
        <a:latin typeface="Calibri" panose="020F0502020204030204" pitchFamily="34" charset="0"/>
        <a:ea typeface="+mn-ea"/>
        <a:cs typeface="+mn-cs"/>
      </a:defRPr>
    </a:lvl8pPr>
    <a:lvl9pPr marL="3656137" lvl="8" algn="l" defTabSz="914034"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AE310186-2C8F-4972-9E8B-41844450A506}">
          <p14:sldIdLst>
            <p14:sldId id="256"/>
            <p14:sldId id="257"/>
            <p14:sldId id="258"/>
            <p14:sldId id="259"/>
            <p14:sldId id="261"/>
            <p14:sldId id="272"/>
            <p14:sldId id="263"/>
          </p14:sldIdLst>
        </p14:section>
        <p14:section name="Untitled Section" id="{4E978EA6-DD5A-4344-B952-2F04A520A061}">
          <p14:sldIdLst>
            <p14:sldId id="265"/>
            <p14:sldId id="276"/>
            <p14:sldId id="282"/>
            <p14:sldId id="283"/>
            <p14:sldId id="284"/>
            <p14:sldId id="312"/>
            <p14:sldId id="313"/>
            <p14:sldId id="314"/>
            <p14:sldId id="315"/>
            <p14:sldId id="316"/>
            <p14:sldId id="274"/>
            <p14:sldId id="278"/>
            <p14:sldId id="280"/>
            <p14:sldId id="281"/>
            <p14:sldId id="287"/>
            <p14:sldId id="288"/>
            <p14:sldId id="289"/>
            <p14:sldId id="295"/>
            <p14:sldId id="302"/>
            <p14:sldId id="267"/>
            <p14:sldId id="268"/>
            <p14:sldId id="285"/>
            <p14:sldId id="269"/>
            <p14:sldId id="309"/>
            <p14:sldId id="270"/>
            <p14:sldId id="271"/>
          </p14:sldIdLst>
        </p14:section>
      </p14:sectionLst>
    </p:ext>
    <p:ext uri="{EFAFB233-063F-42B5-8137-9DF3F51BA10A}">
      <p15:sldGuideLst xmlns:p15="http://schemas.microsoft.com/office/powerpoint/2012/main">
        <p15:guide id="1" orient="horz" pos="2161"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36"/>
      </p:cViewPr>
      <p:guideLst>
        <p:guide orient="horz" pos="2161"/>
        <p:guide pos="3841"/>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5" name="Rectangle 2">
            <a:extLst>
              <a:ext uri="{FF2B5EF4-FFF2-40B4-BE49-F238E27FC236}">
                <a16:creationId xmlns:a16="http://schemas.microsoft.com/office/drawing/2014/main" id="{71B6BA28-922C-68A0-0089-24D897BA31B6}"/>
              </a:ext>
            </a:extLst>
          </p:cNvPr>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eaLnBrk="1" fontAlgn="auto" hangingPunct="1">
              <a:spcBef>
                <a:spcPts val="0"/>
              </a:spcBef>
              <a:spcAft>
                <a:spcPts val="0"/>
              </a:spcAft>
              <a:defRPr sz="1100">
                <a:latin typeface="+mn-lt"/>
              </a:defRPr>
            </a:lvl1pPr>
          </a:lstStyle>
          <a:p>
            <a:pPr>
              <a:defRPr/>
            </a:pPr>
            <a:endParaRPr lang="en-US"/>
          </a:p>
        </p:txBody>
      </p:sp>
      <p:sp>
        <p:nvSpPr>
          <p:cNvPr id="1048666" name="Rectangle 3">
            <a:extLst>
              <a:ext uri="{FF2B5EF4-FFF2-40B4-BE49-F238E27FC236}">
                <a16:creationId xmlns:a16="http://schemas.microsoft.com/office/drawing/2014/main" id="{FE7CA9D4-02D0-E152-8166-8DDD4BE3AD84}"/>
              </a:ext>
            </a:extLst>
          </p:cNvPr>
          <p:cNvSpPr>
            <a:spLocks noGrp="1" noChangeArrowheads="1"/>
          </p:cNvSpPr>
          <p:nvPr>
            <p:ph type="dt" idx="1"/>
          </p:nvPr>
        </p:nvSpPr>
        <p:spPr bwMode="auto">
          <a:xfrm>
            <a:off x="4021138" y="0"/>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eaLnBrk="1" fontAlgn="auto" hangingPunct="1">
              <a:spcBef>
                <a:spcPts val="0"/>
              </a:spcBef>
              <a:spcAft>
                <a:spcPts val="0"/>
              </a:spcAft>
              <a:defRPr sz="1100">
                <a:latin typeface="+mn-lt"/>
              </a:defRPr>
            </a:lvl1pPr>
          </a:lstStyle>
          <a:p>
            <a:pPr>
              <a:defRPr/>
            </a:pPr>
            <a:endParaRPr lang="en-US"/>
          </a:p>
        </p:txBody>
      </p:sp>
      <p:sp>
        <p:nvSpPr>
          <p:cNvPr id="2052" name="Rectangle 4">
            <a:extLst>
              <a:ext uri="{FF2B5EF4-FFF2-40B4-BE49-F238E27FC236}">
                <a16:creationId xmlns:a16="http://schemas.microsoft.com/office/drawing/2014/main" id="{7D690731-B373-C1E0-81C5-FF501AFD7323}"/>
              </a:ext>
            </a:extLst>
          </p:cNvPr>
          <p:cNvSpPr>
            <a:spLocks noGrp="1" noRot="1" noChangeAspect="1" noChangeArrowheads="1" noTextEdit="1"/>
          </p:cNvSpPr>
          <p:nvPr>
            <p:ph type="sldImg" idx="2"/>
          </p:nvPr>
        </p:nvSpPr>
        <p:spPr bwMode="auto">
          <a:xfrm>
            <a:off x="138113" y="766763"/>
            <a:ext cx="6823075"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48668" name="Rectangle 5">
            <a:extLst>
              <a:ext uri="{FF2B5EF4-FFF2-40B4-BE49-F238E27FC236}">
                <a16:creationId xmlns:a16="http://schemas.microsoft.com/office/drawing/2014/main" id="{1C1261E9-038F-91C7-8CDD-FAEF612B2FFF}"/>
              </a:ext>
            </a:extLst>
          </p:cNvPr>
          <p:cNvSpPr>
            <a:spLocks noGrp="1" noChangeArrowheads="1"/>
          </p:cNvSpPr>
          <p:nvPr>
            <p:ph type="body" sz="quarter" idx="3"/>
          </p:nvPr>
        </p:nvSpPr>
        <p:spPr bwMode="auto">
          <a:xfrm>
            <a:off x="709613" y="4862513"/>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669" name="Rectangle 6">
            <a:extLst>
              <a:ext uri="{FF2B5EF4-FFF2-40B4-BE49-F238E27FC236}">
                <a16:creationId xmlns:a16="http://schemas.microsoft.com/office/drawing/2014/main" id="{E19F60F0-DB27-715B-A103-5F0D7513B95D}"/>
              </a:ext>
            </a:extLst>
          </p:cNvPr>
          <p:cNvSpPr>
            <a:spLocks noGrp="1" noChangeArrowheads="1"/>
          </p:cNvSpPr>
          <p:nvPr>
            <p:ph type="ftr" sz="quarter" idx="4"/>
          </p:nvPr>
        </p:nvSpPr>
        <p:spPr bwMode="auto">
          <a:xfrm>
            <a:off x="0" y="9720263"/>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eaLnBrk="1" fontAlgn="auto" hangingPunct="1">
              <a:spcBef>
                <a:spcPts val="0"/>
              </a:spcBef>
              <a:spcAft>
                <a:spcPts val="0"/>
              </a:spcAft>
              <a:defRPr sz="1100">
                <a:latin typeface="+mn-lt"/>
              </a:defRPr>
            </a:lvl1pPr>
          </a:lstStyle>
          <a:p>
            <a:pPr>
              <a:defRPr/>
            </a:pPr>
            <a:endParaRPr lang="en-US"/>
          </a:p>
        </p:txBody>
      </p:sp>
      <p:sp>
        <p:nvSpPr>
          <p:cNvPr id="1048670" name="Rectangle 7">
            <a:extLst>
              <a:ext uri="{FF2B5EF4-FFF2-40B4-BE49-F238E27FC236}">
                <a16:creationId xmlns:a16="http://schemas.microsoft.com/office/drawing/2014/main" id="{D24BF3ED-B605-2743-BB7A-29746D4A2437}"/>
              </a:ext>
            </a:extLst>
          </p:cNvPr>
          <p:cNvSpPr>
            <a:spLocks noGrp="1" noChangeArrowheads="1"/>
          </p:cNvSpPr>
          <p:nvPr>
            <p:ph type="sldNum" sz="quarter" idx="5"/>
          </p:nvPr>
        </p:nvSpPr>
        <p:spPr bwMode="auto">
          <a:xfrm>
            <a:off x="4021138" y="9720263"/>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eaLnBrk="1" hangingPunct="1">
              <a:defRPr sz="1100"/>
            </a:lvl1pPr>
          </a:lstStyle>
          <a:p>
            <a:pPr>
              <a:defRPr/>
            </a:pPr>
            <a:fld id="{E01C9D4D-1F7B-477C-B7ED-8DC07F3BACB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98" kern="1200">
        <a:solidFill>
          <a:schemeClr val="tx1"/>
        </a:solidFill>
        <a:latin typeface="Arial" charset="0"/>
        <a:ea typeface="+mn-ea"/>
        <a:cs typeface="+mn-cs"/>
      </a:defRPr>
    </a:lvl1pPr>
    <a:lvl2pPr marL="457018" algn="l" rtl="0" eaLnBrk="0" fontAlgn="base" hangingPunct="0">
      <a:spcBef>
        <a:spcPct val="30000"/>
      </a:spcBef>
      <a:spcAft>
        <a:spcPct val="0"/>
      </a:spcAft>
      <a:defRPr sz="1198" kern="1200">
        <a:solidFill>
          <a:schemeClr val="tx1"/>
        </a:solidFill>
        <a:latin typeface="Arial" charset="0"/>
        <a:ea typeface="+mn-ea"/>
        <a:cs typeface="+mn-cs"/>
      </a:defRPr>
    </a:lvl2pPr>
    <a:lvl3pPr marL="914034" algn="l" rtl="0" eaLnBrk="0" fontAlgn="base" hangingPunct="0">
      <a:spcBef>
        <a:spcPct val="30000"/>
      </a:spcBef>
      <a:spcAft>
        <a:spcPct val="0"/>
      </a:spcAft>
      <a:defRPr sz="1198" kern="1200">
        <a:solidFill>
          <a:schemeClr val="tx1"/>
        </a:solidFill>
        <a:latin typeface="Arial" charset="0"/>
        <a:ea typeface="+mn-ea"/>
        <a:cs typeface="+mn-cs"/>
      </a:defRPr>
    </a:lvl3pPr>
    <a:lvl4pPr marL="1371052" algn="l" rtl="0" eaLnBrk="0" fontAlgn="base" hangingPunct="0">
      <a:spcBef>
        <a:spcPct val="30000"/>
      </a:spcBef>
      <a:spcAft>
        <a:spcPct val="0"/>
      </a:spcAft>
      <a:defRPr sz="1198" kern="1200">
        <a:solidFill>
          <a:schemeClr val="tx1"/>
        </a:solidFill>
        <a:latin typeface="Arial" charset="0"/>
        <a:ea typeface="+mn-ea"/>
        <a:cs typeface="+mn-cs"/>
      </a:defRPr>
    </a:lvl4pPr>
    <a:lvl5pPr marL="1828067" algn="l" rtl="0" eaLnBrk="0" fontAlgn="base" hangingPunct="0">
      <a:spcBef>
        <a:spcPct val="30000"/>
      </a:spcBef>
      <a:spcAft>
        <a:spcPct val="0"/>
      </a:spcAft>
      <a:defRPr sz="1198" kern="1200">
        <a:solidFill>
          <a:schemeClr val="tx1"/>
        </a:solidFill>
        <a:latin typeface="Arial" charset="0"/>
        <a:ea typeface="+mn-ea"/>
        <a:cs typeface="+mn-cs"/>
      </a:defRPr>
    </a:lvl5pPr>
    <a:lvl6pPr marL="2285085" algn="l" defTabSz="914034" rtl="0" eaLnBrk="1" latinLnBrk="0" hangingPunct="1">
      <a:defRPr sz="1198" kern="1200">
        <a:solidFill>
          <a:schemeClr val="tx1"/>
        </a:solidFill>
        <a:latin typeface="+mn-lt"/>
        <a:ea typeface="+mn-ea"/>
        <a:cs typeface="+mn-cs"/>
      </a:defRPr>
    </a:lvl6pPr>
    <a:lvl7pPr marL="2742102" algn="l" defTabSz="914034" rtl="0" eaLnBrk="1" latinLnBrk="0" hangingPunct="1">
      <a:defRPr sz="1198" kern="1200">
        <a:solidFill>
          <a:schemeClr val="tx1"/>
        </a:solidFill>
        <a:latin typeface="+mn-lt"/>
        <a:ea typeface="+mn-ea"/>
        <a:cs typeface="+mn-cs"/>
      </a:defRPr>
    </a:lvl7pPr>
    <a:lvl8pPr marL="3199121" algn="l" defTabSz="914034" rtl="0" eaLnBrk="1" latinLnBrk="0" hangingPunct="1">
      <a:defRPr sz="1198" kern="1200">
        <a:solidFill>
          <a:schemeClr val="tx1"/>
        </a:solidFill>
        <a:latin typeface="+mn-lt"/>
        <a:ea typeface="+mn-ea"/>
        <a:cs typeface="+mn-cs"/>
      </a:defRPr>
    </a:lvl8pPr>
    <a:lvl9pPr marL="3656137" algn="l" defTabSz="914034" rtl="0" eaLnBrk="1" latinLnBrk="0" hangingPunct="1">
      <a:defRPr sz="11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E01C9D4D-1F7B-477C-B7ED-8DC07F3BACBE}" type="slidenum">
              <a:rPr lang="en-US" altLang="en-US" smtClean="0"/>
              <a:pPr>
                <a:defRPr/>
              </a:pPr>
              <a:t>17</a:t>
            </a:fld>
            <a:endParaRPr lang="en-US" altLang="en-US"/>
          </a:p>
        </p:txBody>
      </p:sp>
    </p:spTree>
    <p:extLst>
      <p:ext uri="{BB962C8B-B14F-4D97-AF65-F5344CB8AC3E}">
        <p14:creationId xmlns:p14="http://schemas.microsoft.com/office/powerpoint/2010/main" val="1242675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1B147ECE-3475-4D8F-B32B-00B4BCC021B7}"/>
              </a:ext>
            </a:extLst>
          </p:cNvPr>
          <p:cNvSpPr>
            <a:spLocks noGrp="1" noRot="1" noChangeAspect="1" noChangeArrowheads="1" noTextEdit="1"/>
          </p:cNvSpPr>
          <p:nvPr>
            <p:ph type="sldImg"/>
          </p:nvPr>
        </p:nvSpPr>
        <p:spPr>
          <a:xfrm>
            <a:off x="138113" y="766763"/>
            <a:ext cx="6823075" cy="3838575"/>
          </a:xfrm>
          <a:ln/>
        </p:spPr>
        <p:txBody>
          <a:bodyPr/>
          <a:lstStyle/>
          <a:p>
            <a:endParaRPr lang="en-IN"/>
          </a:p>
        </p:txBody>
      </p:sp>
      <p:sp>
        <p:nvSpPr>
          <p:cNvPr id="33795" name="Notes Placeholder 2">
            <a:extLst>
              <a:ext uri="{FF2B5EF4-FFF2-40B4-BE49-F238E27FC236}">
                <a16:creationId xmlns:a16="http://schemas.microsoft.com/office/drawing/2014/main" id="{7652F998-BA36-4C59-B086-A173708808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IN" altLang="en-US">
              <a:latin typeface="Arial" panose="020B0604020202020204" pitchFamily="34" charset="0"/>
            </a:endParaRPr>
          </a:p>
        </p:txBody>
      </p:sp>
      <p:sp>
        <p:nvSpPr>
          <p:cNvPr id="33796" name="Slide Number Placeholder 3">
            <a:extLst>
              <a:ext uri="{FF2B5EF4-FFF2-40B4-BE49-F238E27FC236}">
                <a16:creationId xmlns:a16="http://schemas.microsoft.com/office/drawing/2014/main" id="{AEE38B15-732C-457A-AD10-ABDA03FD75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556C747-E910-4C56-94CD-9FBA4C77F5F5}" type="slidenum">
              <a:rPr lang="en-US" altLang="en-US"/>
              <a:pPr/>
              <a:t>19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8" name="Title 1"/>
          <p:cNvSpPr>
            <a:spLocks noGrp="1"/>
          </p:cNvSpPr>
          <p:nvPr>
            <p:ph type="ctrTitle"/>
          </p:nvPr>
        </p:nvSpPr>
        <p:spPr>
          <a:xfrm>
            <a:off x="1524008" y="1122376"/>
            <a:ext cx="9144001" cy="2387600"/>
          </a:xfrm>
        </p:spPr>
        <p:txBody>
          <a:bodyPr anchor="b"/>
          <a:lstStyle>
            <a:lvl1pPr algn="ctr">
              <a:defRPr sz="6003"/>
            </a:lvl1pPr>
          </a:lstStyle>
          <a:p>
            <a:r>
              <a:rPr lang="en-US"/>
              <a:t>Click to edit Master title style</a:t>
            </a:r>
            <a:endParaRPr lang="en-IN"/>
          </a:p>
        </p:txBody>
      </p:sp>
      <p:sp>
        <p:nvSpPr>
          <p:cNvPr id="1048589" name="Subtitle 2"/>
          <p:cNvSpPr>
            <a:spLocks noGrp="1"/>
          </p:cNvSpPr>
          <p:nvPr>
            <p:ph type="subTitle" idx="1"/>
          </p:nvPr>
        </p:nvSpPr>
        <p:spPr>
          <a:xfrm>
            <a:off x="1524008" y="3602041"/>
            <a:ext cx="9144001" cy="1655762"/>
          </a:xfrm>
        </p:spPr>
        <p:txBody>
          <a:bodyPr/>
          <a:lstStyle>
            <a:lvl1pPr marL="0" indent="0" algn="ctr">
              <a:buNone/>
              <a:defRPr sz="2400"/>
            </a:lvl1pPr>
            <a:lvl2pPr marL="457282" indent="0" algn="ctr">
              <a:buNone/>
              <a:defRPr sz="2003"/>
            </a:lvl2pPr>
            <a:lvl3pPr marL="914564" indent="0" algn="ctr">
              <a:buNone/>
              <a:defRPr sz="1798"/>
            </a:lvl3pPr>
            <a:lvl4pPr marL="1371850" indent="0" algn="ctr">
              <a:buNone/>
              <a:defRPr sz="1601"/>
            </a:lvl4pPr>
            <a:lvl5pPr marL="1829131" indent="0" algn="ctr">
              <a:buNone/>
              <a:defRPr sz="1601"/>
            </a:lvl5pPr>
            <a:lvl6pPr marL="2286414" indent="0" algn="ctr">
              <a:buNone/>
              <a:defRPr sz="1601"/>
            </a:lvl6pPr>
            <a:lvl7pPr marL="2743695" indent="0" algn="ctr">
              <a:buNone/>
              <a:defRPr sz="1601"/>
            </a:lvl7pPr>
            <a:lvl8pPr marL="3200977" indent="0" algn="ctr">
              <a:buNone/>
              <a:defRPr sz="1601"/>
            </a:lvl8pPr>
            <a:lvl9pPr marL="3658263" indent="0" algn="ctr">
              <a:buNone/>
              <a:defRPr sz="1601"/>
            </a:lvl9pPr>
          </a:lstStyle>
          <a:p>
            <a:r>
              <a:rPr lang="en-US"/>
              <a:t>Click to edit Master subtitle style</a:t>
            </a:r>
            <a:endParaRPr lang="en-IN"/>
          </a:p>
        </p:txBody>
      </p:sp>
      <p:sp>
        <p:nvSpPr>
          <p:cNvPr id="2" name="Date Placeholder 3">
            <a:extLst>
              <a:ext uri="{FF2B5EF4-FFF2-40B4-BE49-F238E27FC236}">
                <a16:creationId xmlns:a16="http://schemas.microsoft.com/office/drawing/2014/main" id="{F54A8C35-C426-5752-E195-E1359F61AF04}"/>
              </a:ext>
            </a:extLst>
          </p:cNvPr>
          <p:cNvSpPr>
            <a:spLocks noGrp="1"/>
          </p:cNvSpPr>
          <p:nvPr>
            <p:ph type="dt" sz="half" idx="10"/>
          </p:nvPr>
        </p:nvSpPr>
        <p:spPr/>
        <p:txBody>
          <a:bodyPr/>
          <a:lstStyle>
            <a:lvl1pPr>
              <a:defRPr/>
            </a:lvl1pPr>
          </a:lstStyle>
          <a:p>
            <a:pPr>
              <a:defRPr/>
            </a:pPr>
            <a:fld id="{37306A24-C833-4047-B546-F7F9CFB3FDB6}" type="datetimeFigureOut">
              <a:rPr lang="en-IN"/>
              <a:pPr>
                <a:defRPr/>
              </a:pPr>
              <a:t>11-03-2026</a:t>
            </a:fld>
            <a:endParaRPr lang="en-IN"/>
          </a:p>
        </p:txBody>
      </p:sp>
      <p:sp>
        <p:nvSpPr>
          <p:cNvPr id="3" name="Footer Placeholder 4">
            <a:extLst>
              <a:ext uri="{FF2B5EF4-FFF2-40B4-BE49-F238E27FC236}">
                <a16:creationId xmlns:a16="http://schemas.microsoft.com/office/drawing/2014/main" id="{9B36E4CF-499F-5373-91F7-B6785EF800B1}"/>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B6C3D2A7-1005-2423-DD77-9A30E8F6265D}"/>
              </a:ext>
            </a:extLst>
          </p:cNvPr>
          <p:cNvSpPr>
            <a:spLocks noGrp="1"/>
          </p:cNvSpPr>
          <p:nvPr>
            <p:ph type="sldNum" sz="quarter" idx="12"/>
          </p:nvPr>
        </p:nvSpPr>
        <p:spPr/>
        <p:txBody>
          <a:bodyPr/>
          <a:lstStyle>
            <a:lvl1pPr>
              <a:defRPr/>
            </a:lvl1pPr>
          </a:lstStyle>
          <a:p>
            <a:pPr>
              <a:defRPr/>
            </a:pPr>
            <a:fld id="{7932593C-60AC-440D-B13B-8385F0E7E9E1}" type="slidenum">
              <a:rPr lang="en-IN" altLang="en-US"/>
              <a:pPr>
                <a:defRPr/>
              </a:pPr>
              <a:t>‹#›</a:t>
            </a:fld>
            <a:endParaRPr lang="en-IN" altLang="en-US"/>
          </a:p>
        </p:txBody>
      </p:sp>
    </p:spTree>
    <p:extLst>
      <p:ext uri="{BB962C8B-B14F-4D97-AF65-F5344CB8AC3E}">
        <p14:creationId xmlns:p14="http://schemas.microsoft.com/office/powerpoint/2010/main" val="354992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3">
            <a:extLst>
              <a:ext uri="{FF2B5EF4-FFF2-40B4-BE49-F238E27FC236}">
                <a16:creationId xmlns:a16="http://schemas.microsoft.com/office/drawing/2014/main" id="{02ABA238-5A5A-21D9-B9E2-394DC8DCD0C5}"/>
              </a:ext>
            </a:extLst>
          </p:cNvPr>
          <p:cNvSpPr>
            <a:spLocks noGrp="1"/>
          </p:cNvSpPr>
          <p:nvPr>
            <p:ph type="dt" sz="half" idx="10"/>
          </p:nvPr>
        </p:nvSpPr>
        <p:spPr/>
        <p:txBody>
          <a:bodyPr/>
          <a:lstStyle>
            <a:lvl1pPr>
              <a:defRPr/>
            </a:lvl1pPr>
          </a:lstStyle>
          <a:p>
            <a:pPr>
              <a:defRPr/>
            </a:pPr>
            <a:fld id="{52B5F648-4237-4A9E-A12B-D2FA640B7B08}" type="datetimeFigureOut">
              <a:rPr lang="en-IN"/>
              <a:pPr>
                <a:defRPr/>
              </a:pPr>
              <a:t>11-03-2026</a:t>
            </a:fld>
            <a:endParaRPr lang="en-IN"/>
          </a:p>
        </p:txBody>
      </p:sp>
      <p:sp>
        <p:nvSpPr>
          <p:cNvPr id="3" name="Footer Placeholder 4">
            <a:extLst>
              <a:ext uri="{FF2B5EF4-FFF2-40B4-BE49-F238E27FC236}">
                <a16:creationId xmlns:a16="http://schemas.microsoft.com/office/drawing/2014/main" id="{F6772380-75F1-C1A9-A0E2-C32C63DA6B82}"/>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97F4C495-72A6-0066-2B8E-A2EF6E42912A}"/>
              </a:ext>
            </a:extLst>
          </p:cNvPr>
          <p:cNvSpPr>
            <a:spLocks noGrp="1"/>
          </p:cNvSpPr>
          <p:nvPr>
            <p:ph type="sldNum" sz="quarter" idx="12"/>
          </p:nvPr>
        </p:nvSpPr>
        <p:spPr/>
        <p:txBody>
          <a:bodyPr/>
          <a:lstStyle>
            <a:lvl1pPr>
              <a:defRPr/>
            </a:lvl1pPr>
          </a:lstStyle>
          <a:p>
            <a:pPr>
              <a:defRPr/>
            </a:pPr>
            <a:fld id="{7A602044-57DB-4F34-98E3-7060899685E8}" type="slidenum">
              <a:rPr lang="en-IN" altLang="en-US"/>
              <a:pPr>
                <a:defRPr/>
              </a:pPr>
              <a:t>‹#›</a:t>
            </a:fld>
            <a:endParaRPr lang="en-IN" altLang="en-US"/>
          </a:p>
        </p:txBody>
      </p:sp>
    </p:spTree>
    <p:extLst>
      <p:ext uri="{BB962C8B-B14F-4D97-AF65-F5344CB8AC3E}">
        <p14:creationId xmlns:p14="http://schemas.microsoft.com/office/powerpoint/2010/main" val="344889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0" name="Title 1"/>
          <p:cNvSpPr>
            <a:spLocks noGrp="1"/>
          </p:cNvSpPr>
          <p:nvPr>
            <p:ph type="title"/>
          </p:nvPr>
        </p:nvSpPr>
        <p:spPr>
          <a:xfrm>
            <a:off x="831859" y="1709746"/>
            <a:ext cx="10515597" cy="2852736"/>
          </a:xfrm>
        </p:spPr>
        <p:txBody>
          <a:bodyPr anchor="b"/>
          <a:lstStyle>
            <a:lvl1pPr>
              <a:defRPr sz="6003"/>
            </a:lvl1pPr>
          </a:lstStyle>
          <a:p>
            <a:r>
              <a:rPr lang="en-US"/>
              <a:t>Click to edit Master title style</a:t>
            </a:r>
            <a:endParaRPr lang="en-IN"/>
          </a:p>
        </p:txBody>
      </p:sp>
      <p:sp>
        <p:nvSpPr>
          <p:cNvPr id="1048641" name="Text Placeholder 2"/>
          <p:cNvSpPr>
            <a:spLocks noGrp="1"/>
          </p:cNvSpPr>
          <p:nvPr>
            <p:ph type="body" idx="1"/>
          </p:nvPr>
        </p:nvSpPr>
        <p:spPr>
          <a:xfrm>
            <a:off x="831859" y="4589466"/>
            <a:ext cx="10515597" cy="1500187"/>
          </a:xfrm>
        </p:spPr>
        <p:txBody>
          <a:bodyPr/>
          <a:lstStyle>
            <a:lvl1pPr marL="0" indent="0">
              <a:buNone/>
              <a:defRPr sz="2400">
                <a:solidFill>
                  <a:schemeClr val="tx1">
                    <a:tint val="75000"/>
                  </a:schemeClr>
                </a:solidFill>
              </a:defRPr>
            </a:lvl1pPr>
            <a:lvl2pPr marL="457282" indent="0">
              <a:buNone/>
              <a:defRPr sz="2003">
                <a:solidFill>
                  <a:schemeClr val="tx1">
                    <a:tint val="75000"/>
                  </a:schemeClr>
                </a:solidFill>
              </a:defRPr>
            </a:lvl2pPr>
            <a:lvl3pPr marL="914564" indent="0">
              <a:buNone/>
              <a:defRPr sz="1798">
                <a:solidFill>
                  <a:schemeClr val="tx1">
                    <a:tint val="75000"/>
                  </a:schemeClr>
                </a:solidFill>
              </a:defRPr>
            </a:lvl3pPr>
            <a:lvl4pPr marL="1371850" indent="0">
              <a:buNone/>
              <a:defRPr sz="1601">
                <a:solidFill>
                  <a:schemeClr val="tx1">
                    <a:tint val="75000"/>
                  </a:schemeClr>
                </a:solidFill>
              </a:defRPr>
            </a:lvl4pPr>
            <a:lvl5pPr marL="1829131" indent="0">
              <a:buNone/>
              <a:defRPr sz="1601">
                <a:solidFill>
                  <a:schemeClr val="tx1">
                    <a:tint val="75000"/>
                  </a:schemeClr>
                </a:solidFill>
              </a:defRPr>
            </a:lvl5pPr>
            <a:lvl6pPr marL="2286414" indent="0">
              <a:buNone/>
              <a:defRPr sz="1601">
                <a:solidFill>
                  <a:schemeClr val="tx1">
                    <a:tint val="75000"/>
                  </a:schemeClr>
                </a:solidFill>
              </a:defRPr>
            </a:lvl6pPr>
            <a:lvl7pPr marL="2743695" indent="0">
              <a:buNone/>
              <a:defRPr sz="1601">
                <a:solidFill>
                  <a:schemeClr val="tx1">
                    <a:tint val="75000"/>
                  </a:schemeClr>
                </a:solidFill>
              </a:defRPr>
            </a:lvl7pPr>
            <a:lvl8pPr marL="3200977" indent="0">
              <a:buNone/>
              <a:defRPr sz="1601">
                <a:solidFill>
                  <a:schemeClr val="tx1">
                    <a:tint val="75000"/>
                  </a:schemeClr>
                </a:solidFill>
              </a:defRPr>
            </a:lvl8pPr>
            <a:lvl9pPr marL="3658263" indent="0">
              <a:buNone/>
              <a:defRPr sz="1601">
                <a:solidFill>
                  <a:schemeClr val="tx1">
                    <a:tint val="75000"/>
                  </a:schemeClr>
                </a:solidFill>
              </a:defRPr>
            </a:lvl9pPr>
          </a:lstStyle>
          <a:p>
            <a:pPr lvl="0"/>
            <a:r>
              <a:rPr lang="en-US"/>
              <a:t>Click to edit Master text styles</a:t>
            </a:r>
          </a:p>
        </p:txBody>
      </p:sp>
      <p:sp>
        <p:nvSpPr>
          <p:cNvPr id="2" name="Date Placeholder 3">
            <a:extLst>
              <a:ext uri="{FF2B5EF4-FFF2-40B4-BE49-F238E27FC236}">
                <a16:creationId xmlns:a16="http://schemas.microsoft.com/office/drawing/2014/main" id="{54C7FDB0-D899-AB8D-C23E-7758FE46880C}"/>
              </a:ext>
            </a:extLst>
          </p:cNvPr>
          <p:cNvSpPr>
            <a:spLocks noGrp="1"/>
          </p:cNvSpPr>
          <p:nvPr>
            <p:ph type="dt" sz="half" idx="10"/>
          </p:nvPr>
        </p:nvSpPr>
        <p:spPr/>
        <p:txBody>
          <a:bodyPr/>
          <a:lstStyle>
            <a:lvl1pPr>
              <a:defRPr/>
            </a:lvl1pPr>
          </a:lstStyle>
          <a:p>
            <a:pPr>
              <a:defRPr/>
            </a:pPr>
            <a:fld id="{2677CE33-BB40-4141-A762-039411A61B01}" type="datetimeFigureOut">
              <a:rPr lang="en-IN"/>
              <a:pPr>
                <a:defRPr/>
              </a:pPr>
              <a:t>11-03-2026</a:t>
            </a:fld>
            <a:endParaRPr lang="en-IN"/>
          </a:p>
        </p:txBody>
      </p:sp>
      <p:sp>
        <p:nvSpPr>
          <p:cNvPr id="3" name="Footer Placeholder 4">
            <a:extLst>
              <a:ext uri="{FF2B5EF4-FFF2-40B4-BE49-F238E27FC236}">
                <a16:creationId xmlns:a16="http://schemas.microsoft.com/office/drawing/2014/main" id="{069B20AC-B710-86C7-A821-FC034C2D6C93}"/>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8DE4A4DB-8697-7253-4A94-9E88E2BC08BF}"/>
              </a:ext>
            </a:extLst>
          </p:cNvPr>
          <p:cNvSpPr>
            <a:spLocks noGrp="1"/>
          </p:cNvSpPr>
          <p:nvPr>
            <p:ph type="sldNum" sz="quarter" idx="12"/>
          </p:nvPr>
        </p:nvSpPr>
        <p:spPr/>
        <p:txBody>
          <a:bodyPr/>
          <a:lstStyle>
            <a:lvl1pPr>
              <a:defRPr/>
            </a:lvl1pPr>
          </a:lstStyle>
          <a:p>
            <a:pPr>
              <a:defRPr/>
            </a:pPr>
            <a:fld id="{5443DB18-BB5B-4782-8B32-ECB3A224B3C4}" type="slidenum">
              <a:rPr lang="en-IN" altLang="en-US"/>
              <a:pPr>
                <a:defRPr/>
              </a:pPr>
              <a:t>‹#›</a:t>
            </a:fld>
            <a:endParaRPr lang="en-IN" altLang="en-US"/>
          </a:p>
        </p:txBody>
      </p:sp>
    </p:spTree>
    <p:extLst>
      <p:ext uri="{BB962C8B-B14F-4D97-AF65-F5344CB8AC3E}">
        <p14:creationId xmlns:p14="http://schemas.microsoft.com/office/powerpoint/2010/main" val="3940058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a:t>Click to edit Master title style</a:t>
            </a:r>
            <a:endParaRPr lang="en-IN"/>
          </a:p>
        </p:txBody>
      </p:sp>
      <p:sp>
        <p:nvSpPr>
          <p:cNvPr id="1048646" name="Content Placeholder 2"/>
          <p:cNvSpPr>
            <a:spLocks noGrp="1"/>
          </p:cNvSpPr>
          <p:nvPr>
            <p:ph sz="half" idx="1"/>
          </p:nvPr>
        </p:nvSpPr>
        <p:spPr>
          <a:xfrm>
            <a:off x="838213" y="1825632"/>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7" name="Content Placeholder 3"/>
          <p:cNvSpPr>
            <a:spLocks noGrp="1"/>
          </p:cNvSpPr>
          <p:nvPr>
            <p:ph sz="half" idx="2"/>
          </p:nvPr>
        </p:nvSpPr>
        <p:spPr>
          <a:xfrm>
            <a:off x="6172210" y="1825632"/>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3">
            <a:extLst>
              <a:ext uri="{FF2B5EF4-FFF2-40B4-BE49-F238E27FC236}">
                <a16:creationId xmlns:a16="http://schemas.microsoft.com/office/drawing/2014/main" id="{16563105-8A0A-B312-7A99-0533638320B0}"/>
              </a:ext>
            </a:extLst>
          </p:cNvPr>
          <p:cNvSpPr>
            <a:spLocks noGrp="1"/>
          </p:cNvSpPr>
          <p:nvPr>
            <p:ph type="dt" sz="half" idx="10"/>
          </p:nvPr>
        </p:nvSpPr>
        <p:spPr/>
        <p:txBody>
          <a:bodyPr/>
          <a:lstStyle>
            <a:lvl1pPr>
              <a:defRPr/>
            </a:lvl1pPr>
          </a:lstStyle>
          <a:p>
            <a:pPr>
              <a:defRPr/>
            </a:pPr>
            <a:fld id="{544D9474-AC3F-4341-BE67-6C476860C82F}" type="datetimeFigureOut">
              <a:rPr lang="en-IN"/>
              <a:pPr>
                <a:defRPr/>
              </a:pPr>
              <a:t>11-03-2026</a:t>
            </a:fld>
            <a:endParaRPr lang="en-IN"/>
          </a:p>
        </p:txBody>
      </p:sp>
      <p:sp>
        <p:nvSpPr>
          <p:cNvPr id="3" name="Footer Placeholder 4">
            <a:extLst>
              <a:ext uri="{FF2B5EF4-FFF2-40B4-BE49-F238E27FC236}">
                <a16:creationId xmlns:a16="http://schemas.microsoft.com/office/drawing/2014/main" id="{139B8F19-D38A-D920-5088-664FD0A56C23}"/>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1E3F6DD0-E783-9FB8-C791-3873E8B69B56}"/>
              </a:ext>
            </a:extLst>
          </p:cNvPr>
          <p:cNvSpPr>
            <a:spLocks noGrp="1"/>
          </p:cNvSpPr>
          <p:nvPr>
            <p:ph type="sldNum" sz="quarter" idx="12"/>
          </p:nvPr>
        </p:nvSpPr>
        <p:spPr/>
        <p:txBody>
          <a:bodyPr/>
          <a:lstStyle>
            <a:lvl1pPr>
              <a:defRPr/>
            </a:lvl1pPr>
          </a:lstStyle>
          <a:p>
            <a:pPr>
              <a:defRPr/>
            </a:pPr>
            <a:fld id="{3D0C049A-BB26-45F3-A4FF-61C5616D1BCD}" type="slidenum">
              <a:rPr lang="en-IN" altLang="en-US"/>
              <a:pPr>
                <a:defRPr/>
              </a:pPr>
              <a:t>‹#›</a:t>
            </a:fld>
            <a:endParaRPr lang="en-IN" altLang="en-US"/>
          </a:p>
        </p:txBody>
      </p:sp>
    </p:spTree>
    <p:extLst>
      <p:ext uri="{BB962C8B-B14F-4D97-AF65-F5344CB8AC3E}">
        <p14:creationId xmlns:p14="http://schemas.microsoft.com/office/powerpoint/2010/main" val="379396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a:xfrm>
            <a:off x="839797" y="365127"/>
            <a:ext cx="10515597" cy="1325565"/>
          </a:xfrm>
        </p:spPr>
        <p:txBody>
          <a:bodyPr/>
          <a:lstStyle/>
          <a:p>
            <a:r>
              <a:rPr lang="en-US"/>
              <a:t>Click to edit Master title style</a:t>
            </a:r>
            <a:endParaRPr lang="en-IN"/>
          </a:p>
        </p:txBody>
      </p:sp>
      <p:sp>
        <p:nvSpPr>
          <p:cNvPr id="1048652" name="Text Placeholder 2"/>
          <p:cNvSpPr>
            <a:spLocks noGrp="1"/>
          </p:cNvSpPr>
          <p:nvPr>
            <p:ph type="body" idx="1"/>
          </p:nvPr>
        </p:nvSpPr>
        <p:spPr>
          <a:xfrm>
            <a:off x="839793" y="1681161"/>
            <a:ext cx="5157785" cy="823912"/>
          </a:xfrm>
        </p:spPr>
        <p:txBody>
          <a:bodyPr anchor="b"/>
          <a:lstStyle>
            <a:lvl1pPr marL="0" indent="0">
              <a:buNone/>
              <a:defRPr sz="2400" b="1"/>
            </a:lvl1pPr>
            <a:lvl2pPr marL="457282" indent="0">
              <a:buNone/>
              <a:defRPr sz="2003" b="1"/>
            </a:lvl2pPr>
            <a:lvl3pPr marL="914564" indent="0">
              <a:buNone/>
              <a:defRPr sz="1798" b="1"/>
            </a:lvl3pPr>
            <a:lvl4pPr marL="1371850" indent="0">
              <a:buNone/>
              <a:defRPr sz="1601" b="1"/>
            </a:lvl4pPr>
            <a:lvl5pPr marL="1829131" indent="0">
              <a:buNone/>
              <a:defRPr sz="1601" b="1"/>
            </a:lvl5pPr>
            <a:lvl6pPr marL="2286414" indent="0">
              <a:buNone/>
              <a:defRPr sz="1601" b="1"/>
            </a:lvl6pPr>
            <a:lvl7pPr marL="2743695" indent="0">
              <a:buNone/>
              <a:defRPr sz="1601" b="1"/>
            </a:lvl7pPr>
            <a:lvl8pPr marL="3200977" indent="0">
              <a:buNone/>
              <a:defRPr sz="1601" b="1"/>
            </a:lvl8pPr>
            <a:lvl9pPr marL="3658263" indent="0">
              <a:buNone/>
              <a:defRPr sz="1601" b="1"/>
            </a:lvl9pPr>
          </a:lstStyle>
          <a:p>
            <a:pPr lvl="0"/>
            <a:r>
              <a:rPr lang="en-US"/>
              <a:t>Click to edit Master text styles</a:t>
            </a:r>
          </a:p>
        </p:txBody>
      </p:sp>
      <p:sp>
        <p:nvSpPr>
          <p:cNvPr id="1048653" name="Content Placeholder 3"/>
          <p:cNvSpPr>
            <a:spLocks noGrp="1"/>
          </p:cNvSpPr>
          <p:nvPr>
            <p:ph sz="half" idx="2"/>
          </p:nvPr>
        </p:nvSpPr>
        <p:spPr>
          <a:xfrm>
            <a:off x="839793" y="2505085"/>
            <a:ext cx="5157785" cy="3684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4" name="Text Placeholder 4"/>
          <p:cNvSpPr>
            <a:spLocks noGrp="1"/>
          </p:cNvSpPr>
          <p:nvPr>
            <p:ph type="body" sz="quarter" idx="3"/>
          </p:nvPr>
        </p:nvSpPr>
        <p:spPr>
          <a:xfrm>
            <a:off x="6172203" y="1681161"/>
            <a:ext cx="5183190" cy="823912"/>
          </a:xfrm>
        </p:spPr>
        <p:txBody>
          <a:bodyPr anchor="b"/>
          <a:lstStyle>
            <a:lvl1pPr marL="0" indent="0">
              <a:buNone/>
              <a:defRPr sz="2400" b="1"/>
            </a:lvl1pPr>
            <a:lvl2pPr marL="457282" indent="0">
              <a:buNone/>
              <a:defRPr sz="2003" b="1"/>
            </a:lvl2pPr>
            <a:lvl3pPr marL="914564" indent="0">
              <a:buNone/>
              <a:defRPr sz="1798" b="1"/>
            </a:lvl3pPr>
            <a:lvl4pPr marL="1371850" indent="0">
              <a:buNone/>
              <a:defRPr sz="1601" b="1"/>
            </a:lvl4pPr>
            <a:lvl5pPr marL="1829131" indent="0">
              <a:buNone/>
              <a:defRPr sz="1601" b="1"/>
            </a:lvl5pPr>
            <a:lvl6pPr marL="2286414" indent="0">
              <a:buNone/>
              <a:defRPr sz="1601" b="1"/>
            </a:lvl6pPr>
            <a:lvl7pPr marL="2743695" indent="0">
              <a:buNone/>
              <a:defRPr sz="1601" b="1"/>
            </a:lvl7pPr>
            <a:lvl8pPr marL="3200977" indent="0">
              <a:buNone/>
              <a:defRPr sz="1601" b="1"/>
            </a:lvl8pPr>
            <a:lvl9pPr marL="3658263" indent="0">
              <a:buNone/>
              <a:defRPr sz="1601" b="1"/>
            </a:lvl9pPr>
          </a:lstStyle>
          <a:p>
            <a:pPr lvl="0"/>
            <a:r>
              <a:rPr lang="en-US"/>
              <a:t>Click to edit Master text styles</a:t>
            </a:r>
          </a:p>
        </p:txBody>
      </p:sp>
      <p:sp>
        <p:nvSpPr>
          <p:cNvPr id="1048655" name="Content Placeholder 5"/>
          <p:cNvSpPr>
            <a:spLocks noGrp="1"/>
          </p:cNvSpPr>
          <p:nvPr>
            <p:ph sz="quarter" idx="4"/>
          </p:nvPr>
        </p:nvSpPr>
        <p:spPr>
          <a:xfrm>
            <a:off x="6172203" y="2505085"/>
            <a:ext cx="5183190" cy="3684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3">
            <a:extLst>
              <a:ext uri="{FF2B5EF4-FFF2-40B4-BE49-F238E27FC236}">
                <a16:creationId xmlns:a16="http://schemas.microsoft.com/office/drawing/2014/main" id="{09182670-8C27-C019-ECFC-37D70F27C959}"/>
              </a:ext>
            </a:extLst>
          </p:cNvPr>
          <p:cNvSpPr>
            <a:spLocks noGrp="1"/>
          </p:cNvSpPr>
          <p:nvPr>
            <p:ph type="dt" sz="half" idx="10"/>
          </p:nvPr>
        </p:nvSpPr>
        <p:spPr/>
        <p:txBody>
          <a:bodyPr/>
          <a:lstStyle>
            <a:lvl1pPr>
              <a:defRPr/>
            </a:lvl1pPr>
          </a:lstStyle>
          <a:p>
            <a:pPr>
              <a:defRPr/>
            </a:pPr>
            <a:fld id="{A380CD26-7965-444B-8443-14E025844C42}" type="datetimeFigureOut">
              <a:rPr lang="en-IN"/>
              <a:pPr>
                <a:defRPr/>
              </a:pPr>
              <a:t>11-03-2026</a:t>
            </a:fld>
            <a:endParaRPr lang="en-IN"/>
          </a:p>
        </p:txBody>
      </p:sp>
      <p:sp>
        <p:nvSpPr>
          <p:cNvPr id="3" name="Footer Placeholder 4">
            <a:extLst>
              <a:ext uri="{FF2B5EF4-FFF2-40B4-BE49-F238E27FC236}">
                <a16:creationId xmlns:a16="http://schemas.microsoft.com/office/drawing/2014/main" id="{3AFD1CDF-D2FD-EDE7-97E4-D96DECAF44D7}"/>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E23AB9B6-2BF7-FDF8-E244-B0E9E040C86E}"/>
              </a:ext>
            </a:extLst>
          </p:cNvPr>
          <p:cNvSpPr>
            <a:spLocks noGrp="1"/>
          </p:cNvSpPr>
          <p:nvPr>
            <p:ph type="sldNum" sz="quarter" idx="12"/>
          </p:nvPr>
        </p:nvSpPr>
        <p:spPr/>
        <p:txBody>
          <a:bodyPr/>
          <a:lstStyle>
            <a:lvl1pPr>
              <a:defRPr/>
            </a:lvl1pPr>
          </a:lstStyle>
          <a:p>
            <a:pPr>
              <a:defRPr/>
            </a:pPr>
            <a:fld id="{D5658131-0E29-407F-A30D-5875C8306DA2}" type="slidenum">
              <a:rPr lang="en-IN" altLang="en-US"/>
              <a:pPr>
                <a:defRPr/>
              </a:pPr>
              <a:t>‹#›</a:t>
            </a:fld>
            <a:endParaRPr lang="en-IN" altLang="en-US"/>
          </a:p>
        </p:txBody>
      </p:sp>
    </p:spTree>
    <p:extLst>
      <p:ext uri="{BB962C8B-B14F-4D97-AF65-F5344CB8AC3E}">
        <p14:creationId xmlns:p14="http://schemas.microsoft.com/office/powerpoint/2010/main" val="1867565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0" name="Title 1"/>
          <p:cNvSpPr>
            <a:spLocks noGrp="1"/>
          </p:cNvSpPr>
          <p:nvPr>
            <p:ph type="title"/>
          </p:nvPr>
        </p:nvSpPr>
        <p:spPr/>
        <p:txBody>
          <a:bodyPr/>
          <a:lstStyle/>
          <a:p>
            <a:r>
              <a:rPr lang="en-US"/>
              <a:t>Click to edit Master title style</a:t>
            </a:r>
            <a:endParaRPr lang="en-IN"/>
          </a:p>
        </p:txBody>
      </p:sp>
      <p:sp>
        <p:nvSpPr>
          <p:cNvPr id="2" name="Date Placeholder 3">
            <a:extLst>
              <a:ext uri="{FF2B5EF4-FFF2-40B4-BE49-F238E27FC236}">
                <a16:creationId xmlns:a16="http://schemas.microsoft.com/office/drawing/2014/main" id="{5E0433D7-B9F4-1C0E-CE1E-79E618EB38BF}"/>
              </a:ext>
            </a:extLst>
          </p:cNvPr>
          <p:cNvSpPr>
            <a:spLocks noGrp="1"/>
          </p:cNvSpPr>
          <p:nvPr>
            <p:ph type="dt" sz="half" idx="10"/>
          </p:nvPr>
        </p:nvSpPr>
        <p:spPr/>
        <p:txBody>
          <a:bodyPr/>
          <a:lstStyle>
            <a:lvl1pPr>
              <a:defRPr/>
            </a:lvl1pPr>
          </a:lstStyle>
          <a:p>
            <a:pPr>
              <a:defRPr/>
            </a:pPr>
            <a:fld id="{E90D5F5B-1994-400B-B1E2-BA1EAADDE899}" type="datetimeFigureOut">
              <a:rPr lang="en-IN"/>
              <a:pPr>
                <a:defRPr/>
              </a:pPr>
              <a:t>11-03-2026</a:t>
            </a:fld>
            <a:endParaRPr lang="en-IN"/>
          </a:p>
        </p:txBody>
      </p:sp>
      <p:sp>
        <p:nvSpPr>
          <p:cNvPr id="3" name="Footer Placeholder 4">
            <a:extLst>
              <a:ext uri="{FF2B5EF4-FFF2-40B4-BE49-F238E27FC236}">
                <a16:creationId xmlns:a16="http://schemas.microsoft.com/office/drawing/2014/main" id="{1C0D9200-D39A-5363-7A8B-7C5747330707}"/>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316FEA1F-58C0-5771-3B47-50FA87836D1C}"/>
              </a:ext>
            </a:extLst>
          </p:cNvPr>
          <p:cNvSpPr>
            <a:spLocks noGrp="1"/>
          </p:cNvSpPr>
          <p:nvPr>
            <p:ph type="sldNum" sz="quarter" idx="12"/>
          </p:nvPr>
        </p:nvSpPr>
        <p:spPr/>
        <p:txBody>
          <a:bodyPr/>
          <a:lstStyle>
            <a:lvl1pPr>
              <a:defRPr/>
            </a:lvl1pPr>
          </a:lstStyle>
          <a:p>
            <a:pPr>
              <a:defRPr/>
            </a:pPr>
            <a:fld id="{89392118-C878-429B-93D7-303957777C92}" type="slidenum">
              <a:rPr lang="en-IN" altLang="en-US"/>
              <a:pPr>
                <a:defRPr/>
              </a:pPr>
              <a:t>‹#›</a:t>
            </a:fld>
            <a:endParaRPr lang="en-IN" altLang="en-US"/>
          </a:p>
        </p:txBody>
      </p:sp>
    </p:spTree>
    <p:extLst>
      <p:ext uri="{BB962C8B-B14F-4D97-AF65-F5344CB8AC3E}">
        <p14:creationId xmlns:p14="http://schemas.microsoft.com/office/powerpoint/2010/main" val="87713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486DE74-37D4-0FBF-6132-5F50D5B35C1A}"/>
              </a:ext>
            </a:extLst>
          </p:cNvPr>
          <p:cNvSpPr>
            <a:spLocks noGrp="1"/>
          </p:cNvSpPr>
          <p:nvPr>
            <p:ph type="dt" sz="half" idx="10"/>
          </p:nvPr>
        </p:nvSpPr>
        <p:spPr/>
        <p:txBody>
          <a:bodyPr/>
          <a:lstStyle>
            <a:lvl1pPr>
              <a:defRPr/>
            </a:lvl1pPr>
          </a:lstStyle>
          <a:p>
            <a:pPr>
              <a:defRPr/>
            </a:pPr>
            <a:fld id="{208DDEDB-1CC1-4EEA-B4C8-9A1621F899C0}" type="datetimeFigureOut">
              <a:rPr lang="en-IN"/>
              <a:pPr>
                <a:defRPr/>
              </a:pPr>
              <a:t>11-03-2026</a:t>
            </a:fld>
            <a:endParaRPr lang="en-IN"/>
          </a:p>
        </p:txBody>
      </p:sp>
      <p:sp>
        <p:nvSpPr>
          <p:cNvPr id="3" name="Footer Placeholder 4">
            <a:extLst>
              <a:ext uri="{FF2B5EF4-FFF2-40B4-BE49-F238E27FC236}">
                <a16:creationId xmlns:a16="http://schemas.microsoft.com/office/drawing/2014/main" id="{D9A54261-4CEE-894C-86C4-3CFDEA842E9C}"/>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9BE671C0-D0A8-933F-66AB-63513F3B25C8}"/>
              </a:ext>
            </a:extLst>
          </p:cNvPr>
          <p:cNvSpPr>
            <a:spLocks noGrp="1"/>
          </p:cNvSpPr>
          <p:nvPr>
            <p:ph type="sldNum" sz="quarter" idx="12"/>
          </p:nvPr>
        </p:nvSpPr>
        <p:spPr/>
        <p:txBody>
          <a:bodyPr/>
          <a:lstStyle>
            <a:lvl1pPr>
              <a:defRPr/>
            </a:lvl1pPr>
          </a:lstStyle>
          <a:p>
            <a:pPr>
              <a:defRPr/>
            </a:pPr>
            <a:fld id="{9BB145E7-7CED-41AF-AFEB-CB03012001D2}" type="slidenum">
              <a:rPr lang="en-IN" altLang="en-US"/>
              <a:pPr>
                <a:defRPr/>
              </a:pPr>
              <a:t>‹#›</a:t>
            </a:fld>
            <a:endParaRPr lang="en-IN" altLang="en-US"/>
          </a:p>
        </p:txBody>
      </p:sp>
    </p:spTree>
    <p:extLst>
      <p:ext uri="{BB962C8B-B14F-4D97-AF65-F5344CB8AC3E}">
        <p14:creationId xmlns:p14="http://schemas.microsoft.com/office/powerpoint/2010/main" val="2828456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9" name="Title 1"/>
          <p:cNvSpPr>
            <a:spLocks noGrp="1"/>
          </p:cNvSpPr>
          <p:nvPr>
            <p:ph type="title"/>
          </p:nvPr>
        </p:nvSpPr>
        <p:spPr>
          <a:xfrm>
            <a:off x="839794" y="457213"/>
            <a:ext cx="3932236" cy="1600200"/>
          </a:xfrm>
        </p:spPr>
        <p:txBody>
          <a:bodyPr anchor="b"/>
          <a:lstStyle>
            <a:lvl1pPr>
              <a:defRPr sz="3200"/>
            </a:lvl1pPr>
          </a:lstStyle>
          <a:p>
            <a:r>
              <a:rPr lang="en-US"/>
              <a:t>Click to edit Master title style</a:t>
            </a:r>
            <a:endParaRPr lang="en-IN"/>
          </a:p>
        </p:txBody>
      </p:sp>
      <p:sp>
        <p:nvSpPr>
          <p:cNvPr id="1048660" name="Content Placeholder 2"/>
          <p:cNvSpPr>
            <a:spLocks noGrp="1"/>
          </p:cNvSpPr>
          <p:nvPr>
            <p:ph idx="1"/>
          </p:nvPr>
        </p:nvSpPr>
        <p:spPr>
          <a:xfrm>
            <a:off x="5183191" y="987435"/>
            <a:ext cx="6172199" cy="4873624"/>
          </a:xfrm>
        </p:spPr>
        <p:txBody>
          <a:bodyPr/>
          <a:lstStyle>
            <a:lvl1pPr>
              <a:defRPr sz="3200"/>
            </a:lvl1pPr>
            <a:lvl2pPr>
              <a:defRPr sz="2801"/>
            </a:lvl2pPr>
            <a:lvl3pPr>
              <a:defRPr sz="2400"/>
            </a:lvl3pPr>
            <a:lvl4pPr>
              <a:defRPr sz="2003"/>
            </a:lvl4pPr>
            <a:lvl5pPr>
              <a:defRPr sz="2003"/>
            </a:lvl5pPr>
            <a:lvl6pPr>
              <a:defRPr sz="2003"/>
            </a:lvl6pPr>
            <a:lvl7pPr>
              <a:defRPr sz="2003"/>
            </a:lvl7pPr>
            <a:lvl8pPr>
              <a:defRPr sz="2003"/>
            </a:lvl8pPr>
            <a:lvl9pPr>
              <a:defRPr sz="20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1" name="Text Placeholder 3"/>
          <p:cNvSpPr>
            <a:spLocks noGrp="1"/>
          </p:cNvSpPr>
          <p:nvPr>
            <p:ph type="body" sz="half" idx="2"/>
          </p:nvPr>
        </p:nvSpPr>
        <p:spPr>
          <a:xfrm>
            <a:off x="839794" y="2057412"/>
            <a:ext cx="3932236" cy="3811588"/>
          </a:xfrm>
        </p:spPr>
        <p:txBody>
          <a:bodyPr/>
          <a:lstStyle>
            <a:lvl1pPr marL="0" indent="0">
              <a:buNone/>
              <a:defRPr sz="1601"/>
            </a:lvl1pPr>
            <a:lvl2pPr marL="457282" indent="0">
              <a:buNone/>
              <a:defRPr sz="1400"/>
            </a:lvl2pPr>
            <a:lvl3pPr marL="914564" indent="0">
              <a:buNone/>
              <a:defRPr sz="1200"/>
            </a:lvl3pPr>
            <a:lvl4pPr marL="1371850" indent="0">
              <a:buNone/>
              <a:defRPr sz="1001"/>
            </a:lvl4pPr>
            <a:lvl5pPr marL="1829131" indent="0">
              <a:buNone/>
              <a:defRPr sz="1001"/>
            </a:lvl5pPr>
            <a:lvl6pPr marL="2286414" indent="0">
              <a:buNone/>
              <a:defRPr sz="1001"/>
            </a:lvl6pPr>
            <a:lvl7pPr marL="2743695" indent="0">
              <a:buNone/>
              <a:defRPr sz="1001"/>
            </a:lvl7pPr>
            <a:lvl8pPr marL="3200977" indent="0">
              <a:buNone/>
              <a:defRPr sz="1001"/>
            </a:lvl8pPr>
            <a:lvl9pPr marL="3658263" indent="0">
              <a:buNone/>
              <a:defRPr sz="1001"/>
            </a:lvl9pPr>
          </a:lstStyle>
          <a:p>
            <a:pPr lvl="0"/>
            <a:r>
              <a:rPr lang="en-US"/>
              <a:t>Click to edit Master text styles</a:t>
            </a:r>
          </a:p>
        </p:txBody>
      </p:sp>
      <p:sp>
        <p:nvSpPr>
          <p:cNvPr id="2" name="Date Placeholder 3">
            <a:extLst>
              <a:ext uri="{FF2B5EF4-FFF2-40B4-BE49-F238E27FC236}">
                <a16:creationId xmlns:a16="http://schemas.microsoft.com/office/drawing/2014/main" id="{E3355C03-482F-7FF9-D770-27393141D251}"/>
              </a:ext>
            </a:extLst>
          </p:cNvPr>
          <p:cNvSpPr>
            <a:spLocks noGrp="1"/>
          </p:cNvSpPr>
          <p:nvPr>
            <p:ph type="dt" sz="half" idx="10"/>
          </p:nvPr>
        </p:nvSpPr>
        <p:spPr/>
        <p:txBody>
          <a:bodyPr/>
          <a:lstStyle>
            <a:lvl1pPr>
              <a:defRPr/>
            </a:lvl1pPr>
          </a:lstStyle>
          <a:p>
            <a:pPr>
              <a:defRPr/>
            </a:pPr>
            <a:fld id="{C126A1AF-B85D-43E5-ACD2-A111AE4C7746}" type="datetimeFigureOut">
              <a:rPr lang="en-IN"/>
              <a:pPr>
                <a:defRPr/>
              </a:pPr>
              <a:t>11-03-2026</a:t>
            </a:fld>
            <a:endParaRPr lang="en-IN"/>
          </a:p>
        </p:txBody>
      </p:sp>
      <p:sp>
        <p:nvSpPr>
          <p:cNvPr id="3" name="Footer Placeholder 4">
            <a:extLst>
              <a:ext uri="{FF2B5EF4-FFF2-40B4-BE49-F238E27FC236}">
                <a16:creationId xmlns:a16="http://schemas.microsoft.com/office/drawing/2014/main" id="{B4EA886B-8F55-C9B4-1A07-87EDC9D4896D}"/>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A061BDEC-D54A-9FBA-A897-0D4408DE0399}"/>
              </a:ext>
            </a:extLst>
          </p:cNvPr>
          <p:cNvSpPr>
            <a:spLocks noGrp="1"/>
          </p:cNvSpPr>
          <p:nvPr>
            <p:ph type="sldNum" sz="quarter" idx="12"/>
          </p:nvPr>
        </p:nvSpPr>
        <p:spPr/>
        <p:txBody>
          <a:bodyPr/>
          <a:lstStyle>
            <a:lvl1pPr>
              <a:defRPr/>
            </a:lvl1pPr>
          </a:lstStyle>
          <a:p>
            <a:pPr>
              <a:defRPr/>
            </a:pPr>
            <a:fld id="{530D84E0-8099-45C8-A205-A41BE20057B7}" type="slidenum">
              <a:rPr lang="en-IN" altLang="en-US"/>
              <a:pPr>
                <a:defRPr/>
              </a:pPr>
              <a:t>‹#›</a:t>
            </a:fld>
            <a:endParaRPr lang="en-IN" altLang="en-US"/>
          </a:p>
        </p:txBody>
      </p:sp>
    </p:spTree>
    <p:extLst>
      <p:ext uri="{BB962C8B-B14F-4D97-AF65-F5344CB8AC3E}">
        <p14:creationId xmlns:p14="http://schemas.microsoft.com/office/powerpoint/2010/main" val="350485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9" name="Title 1"/>
          <p:cNvSpPr>
            <a:spLocks noGrp="1"/>
          </p:cNvSpPr>
          <p:nvPr>
            <p:ph type="title"/>
          </p:nvPr>
        </p:nvSpPr>
        <p:spPr>
          <a:xfrm>
            <a:off x="839794" y="457213"/>
            <a:ext cx="3932236" cy="1600200"/>
          </a:xfrm>
        </p:spPr>
        <p:txBody>
          <a:bodyPr anchor="b"/>
          <a:lstStyle>
            <a:lvl1pPr>
              <a:defRPr sz="3200"/>
            </a:lvl1pPr>
          </a:lstStyle>
          <a:p>
            <a:r>
              <a:rPr lang="en-US"/>
              <a:t>Click to edit Master title style</a:t>
            </a:r>
            <a:endParaRPr lang="en-IN"/>
          </a:p>
        </p:txBody>
      </p:sp>
      <p:sp>
        <p:nvSpPr>
          <p:cNvPr id="1048630" name="Picture Placeholder 2"/>
          <p:cNvSpPr>
            <a:spLocks noGrp="1"/>
          </p:cNvSpPr>
          <p:nvPr>
            <p:ph type="pic" idx="1"/>
          </p:nvPr>
        </p:nvSpPr>
        <p:spPr>
          <a:xfrm>
            <a:off x="5183191" y="987435"/>
            <a:ext cx="6172199" cy="4873624"/>
          </a:xfrm>
        </p:spPr>
        <p:txBody>
          <a:bodyPr rtlCol="0">
            <a:normAutofit/>
          </a:bodyPr>
          <a:lstStyle>
            <a:lvl1pPr marL="0" indent="0">
              <a:buNone/>
              <a:defRPr sz="3200"/>
            </a:lvl1pPr>
            <a:lvl2pPr marL="457282" indent="0">
              <a:buNone/>
              <a:defRPr sz="2801"/>
            </a:lvl2pPr>
            <a:lvl3pPr marL="914564" indent="0">
              <a:buNone/>
              <a:defRPr sz="2400"/>
            </a:lvl3pPr>
            <a:lvl4pPr marL="1371850" indent="0">
              <a:buNone/>
              <a:defRPr sz="2003"/>
            </a:lvl4pPr>
            <a:lvl5pPr marL="1829131" indent="0">
              <a:buNone/>
              <a:defRPr sz="2003"/>
            </a:lvl5pPr>
            <a:lvl6pPr marL="2286414" indent="0">
              <a:buNone/>
              <a:defRPr sz="2003"/>
            </a:lvl6pPr>
            <a:lvl7pPr marL="2743695" indent="0">
              <a:buNone/>
              <a:defRPr sz="2003"/>
            </a:lvl7pPr>
            <a:lvl8pPr marL="3200977" indent="0">
              <a:buNone/>
              <a:defRPr sz="2003"/>
            </a:lvl8pPr>
            <a:lvl9pPr marL="3658263" indent="0">
              <a:buNone/>
              <a:defRPr sz="2003"/>
            </a:lvl9pPr>
          </a:lstStyle>
          <a:p>
            <a:pPr lvl="0"/>
            <a:endParaRPr lang="en-IN" noProof="0"/>
          </a:p>
        </p:txBody>
      </p:sp>
      <p:sp>
        <p:nvSpPr>
          <p:cNvPr id="1048631" name="Text Placeholder 3"/>
          <p:cNvSpPr>
            <a:spLocks noGrp="1"/>
          </p:cNvSpPr>
          <p:nvPr>
            <p:ph type="body" sz="half" idx="2"/>
          </p:nvPr>
        </p:nvSpPr>
        <p:spPr>
          <a:xfrm>
            <a:off x="839794" y="2057412"/>
            <a:ext cx="3932236" cy="3811588"/>
          </a:xfrm>
        </p:spPr>
        <p:txBody>
          <a:bodyPr/>
          <a:lstStyle>
            <a:lvl1pPr marL="0" indent="0">
              <a:buNone/>
              <a:defRPr sz="1601"/>
            </a:lvl1pPr>
            <a:lvl2pPr marL="457282" indent="0">
              <a:buNone/>
              <a:defRPr sz="1400"/>
            </a:lvl2pPr>
            <a:lvl3pPr marL="914564" indent="0">
              <a:buNone/>
              <a:defRPr sz="1200"/>
            </a:lvl3pPr>
            <a:lvl4pPr marL="1371850" indent="0">
              <a:buNone/>
              <a:defRPr sz="1001"/>
            </a:lvl4pPr>
            <a:lvl5pPr marL="1829131" indent="0">
              <a:buNone/>
              <a:defRPr sz="1001"/>
            </a:lvl5pPr>
            <a:lvl6pPr marL="2286414" indent="0">
              <a:buNone/>
              <a:defRPr sz="1001"/>
            </a:lvl6pPr>
            <a:lvl7pPr marL="2743695" indent="0">
              <a:buNone/>
              <a:defRPr sz="1001"/>
            </a:lvl7pPr>
            <a:lvl8pPr marL="3200977" indent="0">
              <a:buNone/>
              <a:defRPr sz="1001"/>
            </a:lvl8pPr>
            <a:lvl9pPr marL="3658263" indent="0">
              <a:buNone/>
              <a:defRPr sz="1001"/>
            </a:lvl9pPr>
          </a:lstStyle>
          <a:p>
            <a:pPr lvl="0"/>
            <a:r>
              <a:rPr lang="en-US"/>
              <a:t>Click to edit Master text styles</a:t>
            </a:r>
          </a:p>
        </p:txBody>
      </p:sp>
      <p:sp>
        <p:nvSpPr>
          <p:cNvPr id="2" name="Date Placeholder 3">
            <a:extLst>
              <a:ext uri="{FF2B5EF4-FFF2-40B4-BE49-F238E27FC236}">
                <a16:creationId xmlns:a16="http://schemas.microsoft.com/office/drawing/2014/main" id="{51C5DEDD-442A-FD34-D68B-BE8BDDAB326B}"/>
              </a:ext>
            </a:extLst>
          </p:cNvPr>
          <p:cNvSpPr>
            <a:spLocks noGrp="1"/>
          </p:cNvSpPr>
          <p:nvPr>
            <p:ph type="dt" sz="half" idx="10"/>
          </p:nvPr>
        </p:nvSpPr>
        <p:spPr/>
        <p:txBody>
          <a:bodyPr/>
          <a:lstStyle>
            <a:lvl1pPr>
              <a:defRPr/>
            </a:lvl1pPr>
          </a:lstStyle>
          <a:p>
            <a:pPr>
              <a:defRPr/>
            </a:pPr>
            <a:fld id="{1D89FCCE-44FD-446C-8F5C-7637AA65E977}" type="datetimeFigureOut">
              <a:rPr lang="en-IN"/>
              <a:pPr>
                <a:defRPr/>
              </a:pPr>
              <a:t>11-03-2026</a:t>
            </a:fld>
            <a:endParaRPr lang="en-IN"/>
          </a:p>
        </p:txBody>
      </p:sp>
      <p:sp>
        <p:nvSpPr>
          <p:cNvPr id="3" name="Footer Placeholder 4">
            <a:extLst>
              <a:ext uri="{FF2B5EF4-FFF2-40B4-BE49-F238E27FC236}">
                <a16:creationId xmlns:a16="http://schemas.microsoft.com/office/drawing/2014/main" id="{C31CD928-D94B-B8DE-9FB4-E5CB8838163E}"/>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3446083E-BCB6-63B6-EDE7-78C30FBC8905}"/>
              </a:ext>
            </a:extLst>
          </p:cNvPr>
          <p:cNvSpPr>
            <a:spLocks noGrp="1"/>
          </p:cNvSpPr>
          <p:nvPr>
            <p:ph type="sldNum" sz="quarter" idx="12"/>
          </p:nvPr>
        </p:nvSpPr>
        <p:spPr/>
        <p:txBody>
          <a:bodyPr/>
          <a:lstStyle>
            <a:lvl1pPr>
              <a:defRPr/>
            </a:lvl1pPr>
          </a:lstStyle>
          <a:p>
            <a:pPr>
              <a:defRPr/>
            </a:pPr>
            <a:fld id="{65E8C8D1-D6E6-47E1-95BB-C1891598E441}" type="slidenum">
              <a:rPr lang="en-IN" altLang="en-US"/>
              <a:pPr>
                <a:defRPr/>
              </a:pPr>
              <a:t>‹#›</a:t>
            </a:fld>
            <a:endParaRPr lang="en-IN" altLang="en-US"/>
          </a:p>
        </p:txBody>
      </p:sp>
    </p:spTree>
    <p:extLst>
      <p:ext uri="{BB962C8B-B14F-4D97-AF65-F5344CB8AC3E}">
        <p14:creationId xmlns:p14="http://schemas.microsoft.com/office/powerpoint/2010/main" val="3420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US"/>
              <a:t>Click to edit Master title style</a:t>
            </a:r>
            <a:endParaRPr lang="en-IN"/>
          </a:p>
        </p:txBody>
      </p:sp>
      <p:sp>
        <p:nvSpPr>
          <p:cNvPr id="104863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3">
            <a:extLst>
              <a:ext uri="{FF2B5EF4-FFF2-40B4-BE49-F238E27FC236}">
                <a16:creationId xmlns:a16="http://schemas.microsoft.com/office/drawing/2014/main" id="{A91E26BC-F954-CA50-2EE9-32968EBF796C}"/>
              </a:ext>
            </a:extLst>
          </p:cNvPr>
          <p:cNvSpPr>
            <a:spLocks noGrp="1"/>
          </p:cNvSpPr>
          <p:nvPr>
            <p:ph type="dt" sz="half" idx="10"/>
          </p:nvPr>
        </p:nvSpPr>
        <p:spPr/>
        <p:txBody>
          <a:bodyPr/>
          <a:lstStyle>
            <a:lvl1pPr>
              <a:defRPr/>
            </a:lvl1pPr>
          </a:lstStyle>
          <a:p>
            <a:pPr>
              <a:defRPr/>
            </a:pPr>
            <a:fld id="{25D5EB4F-BAA6-4BC9-98B5-8AB201B0E062}" type="datetimeFigureOut">
              <a:rPr lang="en-IN"/>
              <a:pPr>
                <a:defRPr/>
              </a:pPr>
              <a:t>11-03-2026</a:t>
            </a:fld>
            <a:endParaRPr lang="en-IN"/>
          </a:p>
        </p:txBody>
      </p:sp>
      <p:sp>
        <p:nvSpPr>
          <p:cNvPr id="3" name="Footer Placeholder 4">
            <a:extLst>
              <a:ext uri="{FF2B5EF4-FFF2-40B4-BE49-F238E27FC236}">
                <a16:creationId xmlns:a16="http://schemas.microsoft.com/office/drawing/2014/main" id="{716A57F1-6EEE-596A-8F6B-5AB5A0121575}"/>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E20F51F-41B2-D825-BDBE-730A1100BA8F}"/>
              </a:ext>
            </a:extLst>
          </p:cNvPr>
          <p:cNvSpPr>
            <a:spLocks noGrp="1"/>
          </p:cNvSpPr>
          <p:nvPr>
            <p:ph type="sldNum" sz="quarter" idx="12"/>
          </p:nvPr>
        </p:nvSpPr>
        <p:spPr/>
        <p:txBody>
          <a:bodyPr/>
          <a:lstStyle>
            <a:lvl1pPr>
              <a:defRPr/>
            </a:lvl1pPr>
          </a:lstStyle>
          <a:p>
            <a:pPr>
              <a:defRPr/>
            </a:pPr>
            <a:fld id="{F80504D6-E419-4C21-9978-2F13B3D5E940}" type="slidenum">
              <a:rPr lang="en-IN" altLang="en-US"/>
              <a:pPr>
                <a:defRPr/>
              </a:pPr>
              <a:t>‹#›</a:t>
            </a:fld>
            <a:endParaRPr lang="en-IN" altLang="en-US"/>
          </a:p>
        </p:txBody>
      </p:sp>
    </p:spTree>
    <p:extLst>
      <p:ext uri="{BB962C8B-B14F-4D97-AF65-F5344CB8AC3E}">
        <p14:creationId xmlns:p14="http://schemas.microsoft.com/office/powerpoint/2010/main" val="303106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4" name="Vertical Title 1"/>
          <p:cNvSpPr>
            <a:spLocks noGrp="1"/>
          </p:cNvSpPr>
          <p:nvPr>
            <p:ph type="title" orient="vert"/>
          </p:nvPr>
        </p:nvSpPr>
        <p:spPr>
          <a:xfrm>
            <a:off x="8724905" y="365127"/>
            <a:ext cx="2628900" cy="5811838"/>
          </a:xfrm>
        </p:spPr>
        <p:txBody>
          <a:bodyPr vert="eaVert"/>
          <a:lstStyle/>
          <a:p>
            <a:r>
              <a:rPr lang="en-US"/>
              <a:t>Click to edit Master title style</a:t>
            </a:r>
            <a:endParaRPr lang="en-IN"/>
          </a:p>
        </p:txBody>
      </p:sp>
      <p:sp>
        <p:nvSpPr>
          <p:cNvPr id="1048625" name="Vertical Text Placeholder 2"/>
          <p:cNvSpPr>
            <a:spLocks noGrp="1"/>
          </p:cNvSpPr>
          <p:nvPr>
            <p:ph type="body" orient="vert" idx="1"/>
          </p:nvPr>
        </p:nvSpPr>
        <p:spPr>
          <a:xfrm>
            <a:off x="838208" y="36512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3">
            <a:extLst>
              <a:ext uri="{FF2B5EF4-FFF2-40B4-BE49-F238E27FC236}">
                <a16:creationId xmlns:a16="http://schemas.microsoft.com/office/drawing/2014/main" id="{AACE99CE-58DD-CBD7-D339-D9A7AEB20388}"/>
              </a:ext>
            </a:extLst>
          </p:cNvPr>
          <p:cNvSpPr>
            <a:spLocks noGrp="1"/>
          </p:cNvSpPr>
          <p:nvPr>
            <p:ph type="dt" sz="half" idx="10"/>
          </p:nvPr>
        </p:nvSpPr>
        <p:spPr/>
        <p:txBody>
          <a:bodyPr/>
          <a:lstStyle>
            <a:lvl1pPr>
              <a:defRPr/>
            </a:lvl1pPr>
          </a:lstStyle>
          <a:p>
            <a:pPr>
              <a:defRPr/>
            </a:pPr>
            <a:fld id="{39CFE763-C45C-428A-8BCC-3ADD038D7A29}" type="datetimeFigureOut">
              <a:rPr lang="en-IN"/>
              <a:pPr>
                <a:defRPr/>
              </a:pPr>
              <a:t>11-03-2026</a:t>
            </a:fld>
            <a:endParaRPr lang="en-IN"/>
          </a:p>
        </p:txBody>
      </p:sp>
      <p:sp>
        <p:nvSpPr>
          <p:cNvPr id="3" name="Footer Placeholder 4">
            <a:extLst>
              <a:ext uri="{FF2B5EF4-FFF2-40B4-BE49-F238E27FC236}">
                <a16:creationId xmlns:a16="http://schemas.microsoft.com/office/drawing/2014/main" id="{13C85AD2-1C11-8862-D40D-F1416B385704}"/>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3C64FE3-BAB8-A4FB-3B9A-01348BA340A3}"/>
              </a:ext>
            </a:extLst>
          </p:cNvPr>
          <p:cNvSpPr>
            <a:spLocks noGrp="1"/>
          </p:cNvSpPr>
          <p:nvPr>
            <p:ph type="sldNum" sz="quarter" idx="12"/>
          </p:nvPr>
        </p:nvSpPr>
        <p:spPr/>
        <p:txBody>
          <a:bodyPr/>
          <a:lstStyle>
            <a:lvl1pPr>
              <a:defRPr/>
            </a:lvl1pPr>
          </a:lstStyle>
          <a:p>
            <a:pPr>
              <a:defRPr/>
            </a:pPr>
            <a:fld id="{84357CF3-02D8-4E74-84AF-4638880EBE45}" type="slidenum">
              <a:rPr lang="en-IN" altLang="en-US"/>
              <a:pPr>
                <a:defRPr/>
              </a:pPr>
              <a:t>‹#›</a:t>
            </a:fld>
            <a:endParaRPr lang="en-IN" altLang="en-US"/>
          </a:p>
        </p:txBody>
      </p:sp>
    </p:spTree>
    <p:extLst>
      <p:ext uri="{BB962C8B-B14F-4D97-AF65-F5344CB8AC3E}">
        <p14:creationId xmlns:p14="http://schemas.microsoft.com/office/powerpoint/2010/main" val="3534377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434760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DFC3625-4130-04F5-C9F1-C6895507F351}"/>
              </a:ext>
            </a:extLst>
          </p:cNvPr>
          <p:cNvSpPr>
            <a:spLocks noGrp="1"/>
          </p:cNvSpPr>
          <p:nvPr>
            <p:ph type="title"/>
          </p:nvPr>
        </p:nvSpPr>
        <p:spPr bwMode="auto">
          <a:xfrm>
            <a:off x="838209" y="365127"/>
            <a:ext cx="10515597" cy="132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81EA5EE3-0F20-407A-2CC0-431ACC1E6D93}"/>
              </a:ext>
            </a:extLst>
          </p:cNvPr>
          <p:cNvSpPr>
            <a:spLocks noGrp="1"/>
          </p:cNvSpPr>
          <p:nvPr>
            <p:ph type="body" idx="1"/>
          </p:nvPr>
        </p:nvSpPr>
        <p:spPr bwMode="auto">
          <a:xfrm>
            <a:off x="838209" y="1825632"/>
            <a:ext cx="10515597"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1048578" name="Date Placeholder 3">
            <a:extLst>
              <a:ext uri="{FF2B5EF4-FFF2-40B4-BE49-F238E27FC236}">
                <a16:creationId xmlns:a16="http://schemas.microsoft.com/office/drawing/2014/main" id="{B30F00E1-18CD-C11A-5123-8B5213DCC277}"/>
              </a:ext>
            </a:extLst>
          </p:cNvPr>
          <p:cNvSpPr>
            <a:spLocks noGrp="1"/>
          </p:cNvSpPr>
          <p:nvPr>
            <p:ph type="dt" sz="half" idx="2"/>
          </p:nvPr>
        </p:nvSpPr>
        <p:spPr>
          <a:xfrm>
            <a:off x="838205" y="6356355"/>
            <a:ext cx="2743199" cy="365123"/>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1108A7D7-E67A-4719-9B74-DB40B08D8B1E}" type="datetimeFigureOut">
              <a:rPr lang="en-IN"/>
              <a:pPr>
                <a:defRPr/>
              </a:pPr>
              <a:t>11-03-2026</a:t>
            </a:fld>
            <a:endParaRPr lang="en-IN"/>
          </a:p>
        </p:txBody>
      </p:sp>
      <p:sp>
        <p:nvSpPr>
          <p:cNvPr id="1048579" name="Footer Placeholder 4">
            <a:extLst>
              <a:ext uri="{FF2B5EF4-FFF2-40B4-BE49-F238E27FC236}">
                <a16:creationId xmlns:a16="http://schemas.microsoft.com/office/drawing/2014/main" id="{570EDA49-DDCB-A2DE-ADEF-A2905D8279B5}"/>
              </a:ext>
            </a:extLst>
          </p:cNvPr>
          <p:cNvSpPr>
            <a:spLocks noGrp="1"/>
          </p:cNvSpPr>
          <p:nvPr>
            <p:ph type="ftr" sz="quarter" idx="3"/>
          </p:nvPr>
        </p:nvSpPr>
        <p:spPr>
          <a:xfrm>
            <a:off x="4038605" y="6356355"/>
            <a:ext cx="4114802" cy="365123"/>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1048580" name="Slide Number Placeholder 5">
            <a:extLst>
              <a:ext uri="{FF2B5EF4-FFF2-40B4-BE49-F238E27FC236}">
                <a16:creationId xmlns:a16="http://schemas.microsoft.com/office/drawing/2014/main" id="{387BD766-05A9-DCB1-FA00-A3F4A057D5A6}"/>
              </a:ext>
            </a:extLst>
          </p:cNvPr>
          <p:cNvSpPr>
            <a:spLocks noGrp="1"/>
          </p:cNvSpPr>
          <p:nvPr>
            <p:ph type="sldNum" sz="quarter" idx="4"/>
          </p:nvPr>
        </p:nvSpPr>
        <p:spPr>
          <a:xfrm>
            <a:off x="8610606" y="6356355"/>
            <a:ext cx="2743199" cy="36512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7A449E8A-E44E-4294-AD85-DFD8216F849A}"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ct val="90000"/>
        </a:lnSpc>
        <a:spcBef>
          <a:spcPct val="0"/>
        </a:spcBef>
        <a:spcAft>
          <a:spcPct val="0"/>
        </a:spcAft>
        <a:defRPr sz="440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1">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1">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1">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1">
          <a:solidFill>
            <a:schemeClr val="tx1"/>
          </a:solidFill>
          <a:latin typeface="Calibri Light" panose="020F0302020204030204" pitchFamily="34" charset="0"/>
        </a:defRPr>
      </a:lvl5pPr>
      <a:lvl6pPr marL="457282" algn="l" rtl="0" fontAlgn="base">
        <a:lnSpc>
          <a:spcPct val="90000"/>
        </a:lnSpc>
        <a:spcBef>
          <a:spcPct val="0"/>
        </a:spcBef>
        <a:spcAft>
          <a:spcPct val="0"/>
        </a:spcAft>
        <a:defRPr sz="4401">
          <a:solidFill>
            <a:schemeClr val="tx1"/>
          </a:solidFill>
          <a:latin typeface="Calibri Light" panose="020F0302020204030204" pitchFamily="34" charset="0"/>
        </a:defRPr>
      </a:lvl6pPr>
      <a:lvl7pPr marL="914564" algn="l" rtl="0" fontAlgn="base">
        <a:lnSpc>
          <a:spcPct val="90000"/>
        </a:lnSpc>
        <a:spcBef>
          <a:spcPct val="0"/>
        </a:spcBef>
        <a:spcAft>
          <a:spcPct val="0"/>
        </a:spcAft>
        <a:defRPr sz="4401">
          <a:solidFill>
            <a:schemeClr val="tx1"/>
          </a:solidFill>
          <a:latin typeface="Calibri Light" panose="020F0302020204030204" pitchFamily="34" charset="0"/>
        </a:defRPr>
      </a:lvl7pPr>
      <a:lvl8pPr marL="1371850" algn="l" rtl="0" fontAlgn="base">
        <a:lnSpc>
          <a:spcPct val="90000"/>
        </a:lnSpc>
        <a:spcBef>
          <a:spcPct val="0"/>
        </a:spcBef>
        <a:spcAft>
          <a:spcPct val="0"/>
        </a:spcAft>
        <a:defRPr sz="4401">
          <a:solidFill>
            <a:schemeClr val="tx1"/>
          </a:solidFill>
          <a:latin typeface="Calibri Light" panose="020F0302020204030204" pitchFamily="34" charset="0"/>
        </a:defRPr>
      </a:lvl8pPr>
      <a:lvl9pPr marL="1829131" algn="l" rtl="0" fontAlgn="base">
        <a:lnSpc>
          <a:spcPct val="90000"/>
        </a:lnSpc>
        <a:spcBef>
          <a:spcPct val="0"/>
        </a:spcBef>
        <a:spcAft>
          <a:spcPct val="0"/>
        </a:spcAft>
        <a:defRPr sz="4401">
          <a:solidFill>
            <a:schemeClr val="tx1"/>
          </a:solidFill>
          <a:latin typeface="Calibri Light" panose="020F0302020204030204" pitchFamily="34" charset="0"/>
        </a:defRPr>
      </a:lvl9pPr>
    </p:titleStyle>
    <p:bodyStyle>
      <a:lvl1pPr marL="228640" indent="-228640" algn="l" rtl="0" eaLnBrk="0" fontAlgn="base" hangingPunct="0">
        <a:lnSpc>
          <a:spcPct val="90000"/>
        </a:lnSpc>
        <a:spcBef>
          <a:spcPts val="1001"/>
        </a:spcBef>
        <a:spcAft>
          <a:spcPct val="0"/>
        </a:spcAft>
        <a:buFont typeface="Arial" panose="020B0604020202020204" pitchFamily="34" charset="0"/>
        <a:buChar char="•"/>
        <a:defRPr sz="2801" kern="1200">
          <a:solidFill>
            <a:schemeClr val="tx1"/>
          </a:solidFill>
          <a:latin typeface="+mn-lt"/>
          <a:ea typeface="+mn-ea"/>
          <a:cs typeface="+mn-cs"/>
        </a:defRPr>
      </a:lvl1pPr>
      <a:lvl2pPr marL="685923" indent="-22864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206" indent="-228640" algn="l" rtl="0" eaLnBrk="0" fontAlgn="base" hangingPunct="0">
        <a:lnSpc>
          <a:spcPct val="90000"/>
        </a:lnSpc>
        <a:spcBef>
          <a:spcPts val="500"/>
        </a:spcBef>
        <a:spcAft>
          <a:spcPct val="0"/>
        </a:spcAft>
        <a:buFont typeface="Arial" panose="020B0604020202020204" pitchFamily="34" charset="0"/>
        <a:buChar char="•"/>
        <a:defRPr sz="2003" kern="1200">
          <a:solidFill>
            <a:schemeClr val="tx1"/>
          </a:solidFill>
          <a:latin typeface="+mn-lt"/>
          <a:ea typeface="+mn-ea"/>
          <a:cs typeface="+mn-cs"/>
        </a:defRPr>
      </a:lvl3pPr>
      <a:lvl4pPr marL="1600493" indent="-22864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774" indent="-22864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057" indent="-228640" algn="l" defTabSz="91456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2337" indent="-228640" algn="l" defTabSz="91456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9622" indent="-228640" algn="l" defTabSz="91456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6903" indent="-228640" algn="l" defTabSz="91456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4564" rtl="0" eaLnBrk="1" latinLnBrk="0" hangingPunct="1">
        <a:defRPr sz="1798" kern="1200">
          <a:solidFill>
            <a:schemeClr val="tx1"/>
          </a:solidFill>
          <a:latin typeface="+mn-lt"/>
          <a:ea typeface="+mn-ea"/>
          <a:cs typeface="+mn-cs"/>
        </a:defRPr>
      </a:lvl1pPr>
      <a:lvl2pPr marL="457282" algn="l" defTabSz="914564" rtl="0" eaLnBrk="1" latinLnBrk="0" hangingPunct="1">
        <a:defRPr sz="1798" kern="1200">
          <a:solidFill>
            <a:schemeClr val="tx1"/>
          </a:solidFill>
          <a:latin typeface="+mn-lt"/>
          <a:ea typeface="+mn-ea"/>
          <a:cs typeface="+mn-cs"/>
        </a:defRPr>
      </a:lvl2pPr>
      <a:lvl3pPr marL="914564" algn="l" defTabSz="914564" rtl="0" eaLnBrk="1" latinLnBrk="0" hangingPunct="1">
        <a:defRPr sz="1798" kern="1200">
          <a:solidFill>
            <a:schemeClr val="tx1"/>
          </a:solidFill>
          <a:latin typeface="+mn-lt"/>
          <a:ea typeface="+mn-ea"/>
          <a:cs typeface="+mn-cs"/>
        </a:defRPr>
      </a:lvl3pPr>
      <a:lvl4pPr marL="1371850" algn="l" defTabSz="914564" rtl="0" eaLnBrk="1" latinLnBrk="0" hangingPunct="1">
        <a:defRPr sz="1798" kern="1200">
          <a:solidFill>
            <a:schemeClr val="tx1"/>
          </a:solidFill>
          <a:latin typeface="+mn-lt"/>
          <a:ea typeface="+mn-ea"/>
          <a:cs typeface="+mn-cs"/>
        </a:defRPr>
      </a:lvl4pPr>
      <a:lvl5pPr marL="1829131" algn="l" defTabSz="914564" rtl="0" eaLnBrk="1" latinLnBrk="0" hangingPunct="1">
        <a:defRPr sz="1798" kern="1200">
          <a:solidFill>
            <a:schemeClr val="tx1"/>
          </a:solidFill>
          <a:latin typeface="+mn-lt"/>
          <a:ea typeface="+mn-ea"/>
          <a:cs typeface="+mn-cs"/>
        </a:defRPr>
      </a:lvl5pPr>
      <a:lvl6pPr marL="2286414" algn="l" defTabSz="914564" rtl="0" eaLnBrk="1" latinLnBrk="0" hangingPunct="1">
        <a:defRPr sz="1798" kern="1200">
          <a:solidFill>
            <a:schemeClr val="tx1"/>
          </a:solidFill>
          <a:latin typeface="+mn-lt"/>
          <a:ea typeface="+mn-ea"/>
          <a:cs typeface="+mn-cs"/>
        </a:defRPr>
      </a:lvl6pPr>
      <a:lvl7pPr marL="2743695" algn="l" defTabSz="914564" rtl="0" eaLnBrk="1" latinLnBrk="0" hangingPunct="1">
        <a:defRPr sz="1798" kern="1200">
          <a:solidFill>
            <a:schemeClr val="tx1"/>
          </a:solidFill>
          <a:latin typeface="+mn-lt"/>
          <a:ea typeface="+mn-ea"/>
          <a:cs typeface="+mn-cs"/>
        </a:defRPr>
      </a:lvl7pPr>
      <a:lvl8pPr marL="3200977" algn="l" defTabSz="914564" rtl="0" eaLnBrk="1" latinLnBrk="0" hangingPunct="1">
        <a:defRPr sz="1798" kern="1200">
          <a:solidFill>
            <a:schemeClr val="tx1"/>
          </a:solidFill>
          <a:latin typeface="+mn-lt"/>
          <a:ea typeface="+mn-ea"/>
          <a:cs typeface="+mn-cs"/>
        </a:defRPr>
      </a:lvl8pPr>
      <a:lvl9pPr marL="3658263" algn="l" defTabSz="914564"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brecw.ac.in/"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Google Shape;54;p1">
            <a:extLst>
              <a:ext uri="{FF2B5EF4-FFF2-40B4-BE49-F238E27FC236}">
                <a16:creationId xmlns:a16="http://schemas.microsoft.com/office/drawing/2014/main" id="{79B3F61D-5B95-49A7-CB29-D73BD7243C86}"/>
              </a:ext>
            </a:extLst>
          </p:cNvPr>
          <p:cNvSpPr txBox="1">
            <a:spLocks noChangeArrowheads="1"/>
          </p:cNvSpPr>
          <p:nvPr/>
        </p:nvSpPr>
        <p:spPr bwMode="auto">
          <a:xfrm>
            <a:off x="177802" y="136527"/>
            <a:ext cx="11806237" cy="128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3" tIns="91423" rIns="91423" bIns="91423"/>
          <a:lstStyle>
            <a:lvl1pPr>
              <a:lnSpc>
                <a:spcPct val="90000"/>
              </a:lnSpc>
              <a:spcBef>
                <a:spcPts val="1000"/>
              </a:spcBef>
              <a:buFont typeface="Arial" panose="020B0604020202020204" pitchFamily="34" charset="0"/>
              <a:buChar char="•"/>
              <a:tabLst>
                <a:tab pos="182563" algn="l"/>
                <a:tab pos="447675"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182563" algn="l"/>
                <a:tab pos="447675"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182563" algn="l"/>
                <a:tab pos="447675"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182563" algn="l"/>
                <a:tab pos="447675"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182563" algn="l"/>
                <a:tab pos="447675"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82563" algn="l"/>
                <a:tab pos="447675"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82563" algn="l"/>
                <a:tab pos="447675"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82563" algn="l"/>
                <a:tab pos="447675"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82563" algn="l"/>
                <a:tab pos="447675" algn="l"/>
              </a:tabLst>
              <a:defRPr>
                <a:solidFill>
                  <a:schemeClr val="tx1"/>
                </a:solidFill>
                <a:latin typeface="Calibri" panose="020F0502020204030204" pitchFamily="34" charset="0"/>
              </a:defRPr>
            </a:lvl9pPr>
          </a:lstStyle>
          <a:p>
            <a:pPr algn="ctr" eaLnBrk="1" hangingPunct="1">
              <a:lnSpc>
                <a:spcPct val="100000"/>
              </a:lnSpc>
              <a:spcBef>
                <a:spcPct val="0"/>
              </a:spcBef>
              <a:spcAft>
                <a:spcPts val="1001"/>
              </a:spcAft>
              <a:buSzPts val="1100"/>
              <a:buNone/>
            </a:pPr>
            <a:r>
              <a:rPr lang="en-US" altLang="en-US" sz="3600" b="1" dirty="0">
                <a:solidFill>
                  <a:srgbClr val="00B050"/>
                </a:solidFill>
                <a:latin typeface="Arial" panose="020B0604020202020204" pitchFamily="34" charset="0"/>
                <a:cs typeface="Arial" panose="020B0604020202020204" pitchFamily="34" charset="0"/>
              </a:rPr>
              <a:t>     </a:t>
            </a:r>
            <a:r>
              <a:rPr lang="en-US" altLang="en-US" sz="3200" b="1" dirty="0">
                <a:solidFill>
                  <a:srgbClr val="002060"/>
                </a:solidFill>
                <a:latin typeface="Times New Roman" panose="02020603050405020304" pitchFamily="18" charset="0"/>
                <a:cs typeface="Times New Roman" panose="02020603050405020304" pitchFamily="18" charset="0"/>
              </a:rPr>
              <a:t>Bhoj Reddy Engineering College for Women</a:t>
            </a:r>
            <a:r>
              <a:rPr lang="en-US" altLang="en-US" sz="3200" b="1" dirty="0">
                <a:solidFill>
                  <a:srgbClr val="7030A0"/>
                </a:solidFill>
                <a:latin typeface="Times New Roman" panose="02020603050405020304" pitchFamily="18" charset="0"/>
                <a:cs typeface="Times New Roman" panose="02020603050405020304" pitchFamily="18" charset="0"/>
              </a:rPr>
              <a:t> </a:t>
            </a:r>
          </a:p>
          <a:p>
            <a:pPr algn="ctr" eaLnBrk="1" hangingPunct="1">
              <a:lnSpc>
                <a:spcPct val="100000"/>
              </a:lnSpc>
              <a:spcBef>
                <a:spcPct val="0"/>
              </a:spcBef>
              <a:spcAft>
                <a:spcPts val="1001"/>
              </a:spcAft>
              <a:buSzPts val="1100"/>
              <a:buNone/>
            </a:pPr>
            <a:r>
              <a:rPr lang="en-US" altLang="en-US" sz="1798" b="1" dirty="0">
                <a:solidFill>
                  <a:srgbClr val="7030A0"/>
                </a:solidFill>
                <a:latin typeface="Times New Roman" panose="02020603050405020304" pitchFamily="18" charset="0"/>
                <a:cs typeface="Times New Roman" panose="02020603050405020304" pitchFamily="18" charset="0"/>
              </a:rPr>
              <a:t> 	 </a:t>
            </a:r>
            <a:r>
              <a:rPr lang="en-US" altLang="en-US" sz="1200" b="1" dirty="0">
                <a:solidFill>
                  <a:srgbClr val="000000"/>
                </a:solidFill>
                <a:latin typeface="Times New Roman" panose="02020603050405020304" pitchFamily="18" charset="0"/>
                <a:cs typeface="Times New Roman" panose="02020603050405020304" pitchFamily="18" charset="0"/>
              </a:rPr>
              <a:t>(Sponsored by Sangam Laxmibai </a:t>
            </a:r>
            <a:r>
              <a:rPr lang="en-US" altLang="en-US" sz="1200" b="1" dirty="0" err="1">
                <a:solidFill>
                  <a:srgbClr val="000000"/>
                </a:solidFill>
                <a:latin typeface="Times New Roman" panose="02020603050405020304" pitchFamily="18" charset="0"/>
                <a:cs typeface="Times New Roman" panose="02020603050405020304" pitchFamily="18" charset="0"/>
              </a:rPr>
              <a:t>Vidyapeet</a:t>
            </a:r>
            <a:r>
              <a:rPr lang="en-US" altLang="en-US" sz="1200" b="1" dirty="0">
                <a:solidFill>
                  <a:srgbClr val="000000"/>
                </a:solidFill>
                <a:latin typeface="Times New Roman" panose="02020603050405020304" pitchFamily="18" charset="0"/>
                <a:cs typeface="Times New Roman" panose="02020603050405020304" pitchFamily="18" charset="0"/>
              </a:rPr>
              <a:t>, Accredited by NAAC with A grade approved by AICTE and affiliated to JNTUH)</a:t>
            </a:r>
            <a:br>
              <a:rPr lang="en-US" altLang="en-US" sz="1200" b="1" dirty="0">
                <a:solidFill>
                  <a:srgbClr val="000000"/>
                </a:solidFill>
                <a:latin typeface="Times New Roman" panose="02020603050405020304" pitchFamily="18" charset="0"/>
                <a:cs typeface="Times New Roman" panose="02020603050405020304" pitchFamily="18" charset="0"/>
              </a:rPr>
            </a:br>
            <a:r>
              <a:rPr lang="en-US" altLang="en-US" sz="1200" b="1" dirty="0">
                <a:solidFill>
                  <a:srgbClr val="000000"/>
                </a:solidFill>
                <a:latin typeface="Times New Roman" panose="02020603050405020304" pitchFamily="18" charset="0"/>
                <a:cs typeface="Times New Roman" panose="02020603050405020304" pitchFamily="18" charset="0"/>
              </a:rPr>
              <a:t>	 </a:t>
            </a:r>
            <a:r>
              <a:rPr lang="en-US" altLang="en-US" sz="1200" dirty="0" err="1">
                <a:solidFill>
                  <a:srgbClr val="000000"/>
                </a:solidFill>
                <a:latin typeface="Times New Roman" panose="02020603050405020304" pitchFamily="18" charset="0"/>
                <a:cs typeface="Times New Roman" panose="02020603050405020304" pitchFamily="18" charset="0"/>
              </a:rPr>
              <a:t>Vinaynagar</a:t>
            </a:r>
            <a:r>
              <a:rPr lang="en-US" altLang="en-US" sz="1200" dirty="0">
                <a:solidFill>
                  <a:srgbClr val="000000"/>
                </a:solidFill>
                <a:latin typeface="Times New Roman" panose="02020603050405020304" pitchFamily="18" charset="0"/>
                <a:cs typeface="Times New Roman" panose="02020603050405020304" pitchFamily="18" charset="0"/>
              </a:rPr>
              <a:t>, IS Sadan Crossroads, Saidabad, Hyderabad – 500 059, Telangana. </a:t>
            </a:r>
            <a:r>
              <a:rPr lang="en-US" altLang="en-US" sz="1200" dirty="0">
                <a:solidFill>
                  <a:srgbClr val="000000"/>
                </a:solidFill>
                <a:latin typeface="Times New Roman" panose="02020603050405020304" pitchFamily="18" charset="0"/>
                <a:cs typeface="Times New Roman" panose="02020603050405020304" pitchFamily="18" charset="0"/>
                <a:hlinkClick r:id="rId2"/>
              </a:rPr>
              <a:t>www.brecw.ac.in</a:t>
            </a:r>
            <a:endParaRPr lang="en-US" altLang="en-US" sz="1200" dirty="0">
              <a:solidFill>
                <a:srgbClr val="000000"/>
              </a:solidFill>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2599" b="1" dirty="0">
                <a:solidFill>
                  <a:srgbClr val="000000"/>
                </a:solidFill>
                <a:latin typeface="Times New Roman" panose="02020603050405020304" pitchFamily="18" charset="0"/>
                <a:cs typeface="Times New Roman" panose="02020603050405020304" pitchFamily="18" charset="0"/>
              </a:rPr>
              <a:t>Department of Computer Science and Engineering(AI&amp;ML)</a:t>
            </a:r>
          </a:p>
          <a:p>
            <a:pPr algn="ctr" eaLnBrk="1" hangingPunct="1">
              <a:lnSpc>
                <a:spcPct val="100000"/>
              </a:lnSpc>
              <a:spcBef>
                <a:spcPct val="0"/>
              </a:spcBef>
              <a:buFontTx/>
              <a:buNone/>
            </a:pPr>
            <a:r>
              <a:rPr lang="en-US" altLang="en-US" sz="2400" dirty="0">
                <a:solidFill>
                  <a:srgbClr val="000000"/>
                </a:solidFill>
                <a:latin typeface="Times New Roman" panose="02020603050405020304" pitchFamily="18" charset="0"/>
                <a:cs typeface="Times New Roman" panose="02020603050405020304" pitchFamily="18" charset="0"/>
              </a:rPr>
              <a:t>Mini Project Design Seminar on</a:t>
            </a:r>
            <a:r>
              <a:rPr lang="en-US" altLang="en-US" sz="2003" b="1" dirty="0">
                <a:solidFill>
                  <a:srgbClr val="000000"/>
                </a:solidFill>
                <a:latin typeface="Times New Roman" panose="02020603050405020304" pitchFamily="18" charset="0"/>
                <a:cs typeface="Times New Roman" panose="02020603050405020304" pitchFamily="18" charset="0"/>
              </a:rPr>
              <a:t>        </a:t>
            </a:r>
          </a:p>
          <a:p>
            <a:pPr algn="ctr" eaLnBrk="1" hangingPunct="1">
              <a:lnSpc>
                <a:spcPct val="100000"/>
              </a:lnSpc>
              <a:spcBef>
                <a:spcPts val="423"/>
              </a:spcBef>
              <a:buNone/>
            </a:pPr>
            <a:r>
              <a:rPr lang="en-US" altLang="en-US" sz="2400" b="1" dirty="0">
                <a:solidFill>
                  <a:srgbClr val="7030A0"/>
                </a:solidFill>
                <a:latin typeface="Times New Roman" panose="02020603050405020304" pitchFamily="18" charset="0"/>
                <a:cs typeface="Times New Roman" panose="02020603050405020304" pitchFamily="18" charset="0"/>
              </a:rPr>
              <a:t>AI-Based Intelligent Online Exam Proctoring System</a:t>
            </a:r>
          </a:p>
          <a:p>
            <a:pPr algn="ctr" eaLnBrk="1" hangingPunct="1">
              <a:lnSpc>
                <a:spcPct val="100000"/>
              </a:lnSpc>
              <a:spcBef>
                <a:spcPct val="0"/>
              </a:spcBef>
              <a:spcAft>
                <a:spcPts val="1001"/>
              </a:spcAft>
              <a:buSzPts val="1100"/>
              <a:buNone/>
            </a:pPr>
            <a:endParaRPr lang="en-US" altLang="en-US" sz="2003" b="1" dirty="0">
              <a:solidFill>
                <a:srgbClr val="7030A0"/>
              </a:solidFill>
              <a:cs typeface="Times New Roman" panose="02020603050405020304" pitchFamily="18" charset="0"/>
              <a:sym typeface="Times New Roman" panose="02020603050405020304" pitchFamily="18" charset="0"/>
            </a:endParaRPr>
          </a:p>
        </p:txBody>
      </p:sp>
      <p:pic>
        <p:nvPicPr>
          <p:cNvPr id="3075" name="Picture 4" descr="logo">
            <a:extLst>
              <a:ext uri="{FF2B5EF4-FFF2-40B4-BE49-F238E27FC236}">
                <a16:creationId xmlns:a16="http://schemas.microsoft.com/office/drawing/2014/main" id="{F8EBAFD9-F6BA-3FC9-5E8F-BD59A7A640BD}"/>
              </a:ext>
            </a:extLst>
          </p:cNvPr>
          <p:cNvPicPr>
            <a:picLocks/>
          </p:cNvPicPr>
          <p:nvPr/>
        </p:nvPicPr>
        <p:blipFill>
          <a:blip r:embed="rId3">
            <a:extLst>
              <a:ext uri="{28A0092B-C50C-407E-A947-70E740481C1C}">
                <a14:useLocalDpi xmlns:a14="http://schemas.microsoft.com/office/drawing/2010/main" val="0"/>
              </a:ext>
            </a:extLst>
          </a:blip>
          <a:srcRect r="76085"/>
          <a:stretch>
            <a:fillRect/>
          </a:stretch>
        </p:blipFill>
        <p:spPr bwMode="auto">
          <a:xfrm>
            <a:off x="207973" y="136530"/>
            <a:ext cx="1200151" cy="1193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8587" name="Content Placeholder 2">
            <a:extLst>
              <a:ext uri="{FF2B5EF4-FFF2-40B4-BE49-F238E27FC236}">
                <a16:creationId xmlns:a16="http://schemas.microsoft.com/office/drawing/2014/main" id="{88E573C6-702C-A3CF-5415-3C41F1C9A15F}"/>
              </a:ext>
            </a:extLst>
          </p:cNvPr>
          <p:cNvSpPr>
            <a:spLocks noGrp="1"/>
          </p:cNvSpPr>
          <p:nvPr>
            <p:ph idx="1"/>
          </p:nvPr>
        </p:nvSpPr>
        <p:spPr>
          <a:xfrm>
            <a:off x="350847" y="3074997"/>
            <a:ext cx="11460164" cy="3557589"/>
          </a:xfrm>
        </p:spPr>
        <p:txBody>
          <a:bodyPr rtlCol="0">
            <a:normAutofit fontScale="25000" lnSpcReduction="20000"/>
          </a:bodyPr>
          <a:lstStyle/>
          <a:p>
            <a:pPr marL="0" indent="0" algn="just" eaLnBrk="1" fontAlgn="auto" hangingPunct="1">
              <a:lnSpc>
                <a:spcPct val="120000"/>
              </a:lnSpc>
              <a:spcAft>
                <a:spcPts val="0"/>
              </a:spcAft>
              <a:buNone/>
              <a:defRPr/>
            </a:pPr>
            <a:r>
              <a:rPr lang="en-US" sz="6401" b="1" dirty="0">
                <a:latin typeface="Times New Roman" panose="02020603050405020304" pitchFamily="18" charset="0"/>
                <a:cs typeface="Times New Roman" panose="02020603050405020304" pitchFamily="18" charset="0"/>
              </a:rPr>
              <a:t>Internal Guide</a:t>
            </a:r>
            <a:r>
              <a:rPr lang="en-US" sz="7203" b="1" dirty="0">
                <a:latin typeface="Times New Roman" panose="02020603050405020304" pitchFamily="18" charset="0"/>
                <a:cs typeface="Times New Roman" panose="02020603050405020304" pitchFamily="18" charset="0"/>
              </a:rPr>
              <a:t>: </a:t>
            </a:r>
            <a:r>
              <a:rPr lang="en-US" sz="7203" b="1" dirty="0" err="1">
                <a:latin typeface="Times New Roman" panose="02020603050405020304" pitchFamily="18" charset="0"/>
                <a:cs typeface="Times New Roman" panose="02020603050405020304" pitchFamily="18" charset="0"/>
              </a:rPr>
              <a:t>E.Drakshavalli</a:t>
            </a:r>
            <a:r>
              <a:rPr lang="en-US" sz="6401" dirty="0">
                <a:latin typeface="Times New Roman" panose="02020603050405020304" pitchFamily="18" charset="0"/>
                <a:cs typeface="Times New Roman" panose="02020603050405020304" pitchFamily="18" charset="0"/>
              </a:rPr>
              <a:t>			                                             </a:t>
            </a:r>
            <a:r>
              <a:rPr lang="en-US" sz="6401" b="1" dirty="0">
                <a:latin typeface="Times New Roman" panose="02020603050405020304" pitchFamily="18" charset="0"/>
                <a:cs typeface="Times New Roman" panose="02020603050405020304" pitchFamily="18" charset="0"/>
              </a:rPr>
              <a:t>Date :</a:t>
            </a:r>
            <a:r>
              <a:rPr lang="en-US" sz="6401" dirty="0">
                <a:latin typeface="Times New Roman" panose="02020603050405020304" pitchFamily="18" charset="0"/>
                <a:cs typeface="Times New Roman" panose="02020603050405020304" pitchFamily="18" charset="0"/>
              </a:rPr>
              <a:t> 21 February 2026</a:t>
            </a:r>
          </a:p>
          <a:p>
            <a:pPr marL="0" indent="0" algn="just" eaLnBrk="1" fontAlgn="auto" hangingPunct="1">
              <a:lnSpc>
                <a:spcPct val="120000"/>
              </a:lnSpc>
              <a:spcAft>
                <a:spcPts val="0"/>
              </a:spcAft>
              <a:buNone/>
              <a:defRPr/>
            </a:pPr>
            <a:r>
              <a:rPr lang="en-US" sz="6401" dirty="0">
                <a:latin typeface="Times New Roman" panose="02020603050405020304" pitchFamily="18" charset="0"/>
                <a:cs typeface="Times New Roman" panose="02020603050405020304" pitchFamily="18" charset="0"/>
              </a:rPr>
              <a:t>                          Assistant Professor		                                                               </a:t>
            </a:r>
            <a:r>
              <a:rPr lang="en-US" sz="6401" b="1" dirty="0">
                <a:latin typeface="Times New Roman" panose="02020603050405020304" pitchFamily="18" charset="0"/>
                <a:cs typeface="Times New Roman" panose="02020603050405020304" pitchFamily="18" charset="0"/>
              </a:rPr>
              <a:t>Batch No:</a:t>
            </a:r>
            <a:r>
              <a:rPr lang="en-US" sz="6401" dirty="0">
                <a:latin typeface="Times New Roman" panose="02020603050405020304" pitchFamily="18" charset="0"/>
                <a:cs typeface="Times New Roman" panose="02020603050405020304" pitchFamily="18" charset="0"/>
              </a:rPr>
              <a:t>26MP02 </a:t>
            </a:r>
          </a:p>
          <a:p>
            <a:pPr marL="0" indent="0" algn="just" eaLnBrk="1" fontAlgn="auto" hangingPunct="1">
              <a:lnSpc>
                <a:spcPct val="120000"/>
              </a:lnSpc>
              <a:spcAft>
                <a:spcPts val="0"/>
              </a:spcAft>
              <a:buNone/>
              <a:defRPr/>
            </a:pPr>
            <a:r>
              <a:rPr lang="en-US" sz="6401" b="1" dirty="0">
                <a:latin typeface="Times New Roman" panose="02020603050405020304" pitchFamily="18" charset="0"/>
                <a:cs typeface="Times New Roman" panose="02020603050405020304" pitchFamily="18" charset="0"/>
              </a:rPr>
              <a:t> CSE(AI&amp;ML)- </a:t>
            </a:r>
            <a:r>
              <a:rPr lang="en-US" sz="6401" b="1" dirty="0" err="1">
                <a:latin typeface="Times New Roman" panose="02020603050405020304" pitchFamily="18" charset="0"/>
                <a:cs typeface="Times New Roman" panose="02020603050405020304" pitchFamily="18" charset="0"/>
              </a:rPr>
              <a:t>Coordinator:Sameera</a:t>
            </a:r>
            <a:r>
              <a:rPr lang="en-US" sz="6401" b="1" dirty="0">
                <a:latin typeface="Times New Roman" panose="02020603050405020304" pitchFamily="18" charset="0"/>
                <a:cs typeface="Times New Roman" panose="02020603050405020304" pitchFamily="18" charset="0"/>
              </a:rPr>
              <a:t> Begum</a:t>
            </a:r>
            <a:r>
              <a:rPr lang="en-US" sz="6401" dirty="0">
                <a:latin typeface="Times New Roman" panose="02020603050405020304" pitchFamily="18" charset="0"/>
                <a:cs typeface="Times New Roman" panose="02020603050405020304" pitchFamily="18" charset="0"/>
              </a:rPr>
              <a:t>		</a:t>
            </a:r>
            <a:r>
              <a:rPr lang="en-US" sz="6401" b="1" dirty="0">
                <a:latin typeface="Times New Roman" panose="02020603050405020304" pitchFamily="18" charset="0"/>
                <a:cs typeface="Times New Roman" panose="02020603050405020304" pitchFamily="18" charset="0"/>
              </a:rPr>
              <a:t>                                             VJS </a:t>
            </a:r>
            <a:r>
              <a:rPr lang="en-US" sz="6401" b="1" dirty="0" err="1">
                <a:latin typeface="Times New Roman" panose="02020603050405020304" pitchFamily="18" charset="0"/>
                <a:cs typeface="Times New Roman" panose="02020603050405020304" pitchFamily="18" charset="0"/>
              </a:rPr>
              <a:t>Pranathi</a:t>
            </a:r>
            <a:r>
              <a:rPr lang="en-US" sz="6401" b="1" dirty="0">
                <a:latin typeface="Times New Roman" panose="02020603050405020304" pitchFamily="18" charset="0"/>
                <a:cs typeface="Times New Roman" panose="02020603050405020304" pitchFamily="18" charset="0"/>
              </a:rPr>
              <a:t>         23321A6620</a:t>
            </a:r>
          </a:p>
          <a:p>
            <a:pPr marL="0" indent="0" algn="just" eaLnBrk="1" fontAlgn="auto" hangingPunct="1">
              <a:lnSpc>
                <a:spcPct val="120000"/>
              </a:lnSpc>
              <a:spcAft>
                <a:spcPts val="0"/>
              </a:spcAft>
              <a:buNone/>
              <a:defRPr/>
            </a:pPr>
            <a:r>
              <a:rPr lang="en-US" sz="6401" b="1" dirty="0">
                <a:latin typeface="Times New Roman" panose="02020603050405020304" pitchFamily="18" charset="0"/>
                <a:cs typeface="Times New Roman" panose="02020603050405020304" pitchFamily="18" charset="0"/>
              </a:rPr>
              <a:t>                                        </a:t>
            </a:r>
            <a:r>
              <a:rPr lang="en-US" sz="6401" dirty="0">
                <a:latin typeface="Times New Roman" panose="02020603050405020304" pitchFamily="18" charset="0"/>
                <a:cs typeface="Times New Roman" panose="02020603050405020304" pitchFamily="18" charset="0"/>
              </a:rPr>
              <a:t>Assistant Professor </a:t>
            </a:r>
            <a:r>
              <a:rPr lang="en-US" sz="6401" b="1" dirty="0">
                <a:latin typeface="Times New Roman" panose="02020603050405020304" pitchFamily="18" charset="0"/>
                <a:cs typeface="Times New Roman" panose="02020603050405020304" pitchFamily="18" charset="0"/>
              </a:rPr>
              <a:t>                                                                                 B </a:t>
            </a:r>
            <a:r>
              <a:rPr lang="en-US" sz="6401" b="1" dirty="0" err="1">
                <a:latin typeface="Times New Roman" panose="02020603050405020304" pitchFamily="18" charset="0"/>
                <a:cs typeface="Times New Roman" panose="02020603050405020304" pitchFamily="18" charset="0"/>
              </a:rPr>
              <a:t>Akshitha</a:t>
            </a:r>
            <a:r>
              <a:rPr lang="en-US" sz="6401" b="1" dirty="0">
                <a:latin typeface="Times New Roman" panose="02020603050405020304" pitchFamily="18" charset="0"/>
                <a:cs typeface="Times New Roman" panose="02020603050405020304" pitchFamily="18" charset="0"/>
              </a:rPr>
              <a:t>            23321A6602</a:t>
            </a:r>
          </a:p>
          <a:p>
            <a:pPr marL="0" indent="0" algn="just" eaLnBrk="1" fontAlgn="auto" hangingPunct="1">
              <a:lnSpc>
                <a:spcPct val="120000"/>
              </a:lnSpc>
              <a:spcAft>
                <a:spcPts val="0"/>
              </a:spcAft>
              <a:buNone/>
              <a:defRPr/>
            </a:pPr>
            <a:r>
              <a:rPr lang="en-US" sz="6401" b="1" dirty="0">
                <a:latin typeface="Times New Roman" panose="02020603050405020304" pitchFamily="18" charset="0"/>
                <a:cs typeface="Times New Roman" panose="02020603050405020304" pitchFamily="18" charset="0"/>
              </a:rPr>
              <a:t>	                                                 	                                                                                 A Harshitha           23321A6613</a:t>
            </a:r>
          </a:p>
          <a:p>
            <a:pPr marL="0" indent="0" algn="just" eaLnBrk="1" fontAlgn="auto" hangingPunct="1">
              <a:lnSpc>
                <a:spcPct val="120000"/>
              </a:lnSpc>
              <a:spcAft>
                <a:spcPts val="0"/>
              </a:spcAft>
              <a:buNone/>
              <a:defRPr/>
            </a:pPr>
            <a:r>
              <a:rPr lang="en-US" sz="6401" b="1" dirty="0">
                <a:latin typeface="Times New Roman" panose="02020603050405020304" pitchFamily="18" charset="0"/>
                <a:cs typeface="Times New Roman" panose="02020603050405020304" pitchFamily="18" charset="0"/>
              </a:rPr>
              <a:t>		</a:t>
            </a:r>
          </a:p>
          <a:p>
            <a:pPr marL="457282" indent="-457282" algn="just" eaLnBrk="1" fontAlgn="auto" hangingPunct="1">
              <a:spcAft>
                <a:spcPts val="0"/>
              </a:spcAft>
              <a:buNone/>
              <a:defRPr/>
            </a:pPr>
            <a:r>
              <a:rPr lang="en-US" sz="6401" b="1" dirty="0">
                <a:latin typeface="Times New Roman" panose="02020603050405020304" pitchFamily="18" charset="0"/>
                <a:cs typeface="Times New Roman" panose="02020603050405020304" pitchFamily="18" charset="0"/>
              </a:rPr>
              <a:t>          Dr M Seshu Bhavani 		                  		                          </a:t>
            </a:r>
            <a:r>
              <a:rPr lang="en-IN" altLang="en-US" sz="6401" b="1" dirty="0">
                <a:latin typeface="Times New Roman" panose="02020603050405020304" pitchFamily="18" charset="0"/>
                <a:cs typeface="Times New Roman" panose="02020603050405020304" pitchFamily="18" charset="0"/>
              </a:rPr>
              <a:t>Dr</a:t>
            </a:r>
            <a:r>
              <a:rPr lang="en-US" sz="6401" b="1" dirty="0">
                <a:latin typeface="Times New Roman" panose="02020603050405020304" pitchFamily="18" charset="0"/>
                <a:cs typeface="Times New Roman" panose="02020603050405020304" pitchFamily="18" charset="0"/>
              </a:rPr>
              <a:t> G Shyama Chandra Prasad</a:t>
            </a:r>
          </a:p>
          <a:p>
            <a:pPr marL="457282" indent="-457282" algn="just" eaLnBrk="1" fontAlgn="auto" hangingPunct="1">
              <a:spcAft>
                <a:spcPts val="0"/>
              </a:spcAft>
              <a:buNone/>
              <a:defRPr/>
            </a:pPr>
            <a:r>
              <a:rPr lang="en-US" sz="6401" dirty="0">
                <a:latin typeface="Times New Roman" panose="02020603050405020304" pitchFamily="18" charset="0"/>
                <a:cs typeface="Times New Roman" panose="02020603050405020304" pitchFamily="18" charset="0"/>
              </a:rPr>
              <a:t> </a:t>
            </a:r>
            <a:r>
              <a:rPr lang="en-IN" altLang="en-US" sz="6401" dirty="0">
                <a:latin typeface="Times New Roman" panose="02020603050405020304" pitchFamily="18" charset="0"/>
                <a:cs typeface="Times New Roman" panose="02020603050405020304" pitchFamily="18" charset="0"/>
              </a:rPr>
              <a:t>    Associate </a:t>
            </a:r>
            <a:r>
              <a:rPr lang="en-US" sz="6401" dirty="0">
                <a:latin typeface="Times New Roman" panose="02020603050405020304" pitchFamily="18" charset="0"/>
                <a:cs typeface="Times New Roman" panose="02020603050405020304" pitchFamily="18" charset="0"/>
              </a:rPr>
              <a:t>Professor &amp; Head	                               		                                                   Professor &amp; Principal</a:t>
            </a:r>
          </a:p>
          <a:p>
            <a:pPr marL="457282" indent="-457282" algn="just" eaLnBrk="1" fontAlgn="auto" hangingPunct="1">
              <a:spcAft>
                <a:spcPts val="0"/>
              </a:spcAft>
              <a:buNone/>
              <a:defRPr/>
            </a:pPr>
            <a:r>
              <a:rPr lang="en-US" sz="6401" dirty="0">
                <a:latin typeface="Times New Roman" panose="02020603050405020304" pitchFamily="18" charset="0"/>
                <a:cs typeface="Times New Roman" panose="02020603050405020304" pitchFamily="18" charset="0"/>
              </a:rPr>
              <a:t>         </a:t>
            </a:r>
          </a:p>
          <a:p>
            <a:pPr marL="457282" indent="-457282" algn="just" eaLnBrk="1" fontAlgn="auto" hangingPunct="1">
              <a:spcAft>
                <a:spcPts val="0"/>
              </a:spcAft>
              <a:buNone/>
              <a:defRPr/>
            </a:pPr>
            <a:endParaRPr lang="en-US" sz="4800" b="1" dirty="0">
              <a:solidFill>
                <a:srgbClr val="000000"/>
              </a:solidFill>
              <a:ea typeface="Times New Roman" panose="02020603050405020304"/>
              <a:cs typeface="Times New Roman" panose="02020603050405020304"/>
              <a:sym typeface="Times New Roman" panose="02020603050405020304"/>
            </a:endParaRPr>
          </a:p>
        </p:txBody>
      </p:sp>
      <p:pic>
        <p:nvPicPr>
          <p:cNvPr id="3077" name="Picture 1" descr="logonaac1">
            <a:extLst>
              <a:ext uri="{FF2B5EF4-FFF2-40B4-BE49-F238E27FC236}">
                <a16:creationId xmlns:a16="http://schemas.microsoft.com/office/drawing/2014/main" id="{CC563576-6B94-ADDA-9F98-7FB51280A7D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63259" y="180982"/>
            <a:ext cx="1287464" cy="1193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73BC9-605D-BE2C-A246-E425B09B98D1}"/>
              </a:ext>
            </a:extLst>
          </p:cNvPr>
          <p:cNvSpPr>
            <a:spLocks noGrp="1"/>
          </p:cNvSpPr>
          <p:nvPr>
            <p:ph type="title"/>
          </p:nvPr>
        </p:nvSpPr>
        <p:spPr>
          <a:xfrm>
            <a:off x="3933173" y="901874"/>
            <a:ext cx="6724994" cy="641330"/>
          </a:xfrm>
        </p:spPr>
        <p:txBody>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D8EFB1-7F2D-502A-2035-39163822FA69}"/>
              </a:ext>
            </a:extLst>
          </p:cNvPr>
          <p:cNvSpPr>
            <a:spLocks noGrp="1"/>
          </p:cNvSpPr>
          <p:nvPr>
            <p:ph idx="1"/>
          </p:nvPr>
        </p:nvSpPr>
        <p:spPr>
          <a:xfrm>
            <a:off x="838209" y="1825632"/>
            <a:ext cx="9819958" cy="4351339"/>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Online examinations have become increasingly popular due to the growth of digital education. However, maintaining fairness and preventing malpractice during online exams is a major challenge. Traditional online exam systems rely on manual monitoring by human proctors, which is inefficient and error-prone.</a:t>
            </a:r>
          </a:p>
          <a:p>
            <a:pPr algn="just">
              <a:lnSpc>
                <a:spcPct val="150000"/>
              </a:lnSpc>
            </a:pPr>
            <a:r>
              <a:rPr lang="en-US" sz="1800" dirty="0">
                <a:latin typeface="Times New Roman" panose="02020603050405020304" pitchFamily="18" charset="0"/>
                <a:cs typeface="Times New Roman" panose="02020603050405020304" pitchFamily="18" charset="0"/>
              </a:rPr>
              <a:t>To address these issues, this project proposes an AI-Based Intelligent Online Exam Proctoring System that automatically monitors students using computer vision techniques and identifies suspicious behavior during examinations.</a:t>
            </a:r>
          </a:p>
          <a:p>
            <a:pPr marL="0" indent="0">
              <a:lnSpc>
                <a:spcPct val="150000"/>
              </a:lnSpc>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9667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AC53CAD-37BD-A7E9-299E-CF402604B282}"/>
              </a:ext>
            </a:extLst>
          </p:cNvPr>
          <p:cNvSpPr>
            <a:spLocks noGrp="1"/>
          </p:cNvSpPr>
          <p:nvPr>
            <p:ph type="ctrTitle"/>
          </p:nvPr>
        </p:nvSpPr>
        <p:spPr>
          <a:xfrm>
            <a:off x="4147457" y="606141"/>
            <a:ext cx="6253324" cy="637784"/>
          </a:xfrm>
        </p:spPr>
        <p:txBody>
          <a:bodyPr/>
          <a:lstStyle/>
          <a:p>
            <a:pPr algn="just" eaLnBrk="1" hangingPunct="1"/>
            <a:r>
              <a:rPr lang="en-US" altLang="en-US" sz="3200" b="1" dirty="0">
                <a:latin typeface="Times New Roman" panose="02020603050405020304" pitchFamily="18" charset="0"/>
                <a:cs typeface="Times New Roman" panose="02020603050405020304" pitchFamily="18" charset="0"/>
              </a:rPr>
              <a:t>Scope</a:t>
            </a:r>
            <a:endParaRPr lang="en-IN" altLang="en-US" sz="3200" b="1" dirty="0">
              <a:latin typeface="Times New Roman" panose="02020603050405020304" pitchFamily="18" charset="0"/>
              <a:cs typeface="Times New Roman" panose="02020603050405020304" pitchFamily="18" charset="0"/>
            </a:endParaRPr>
          </a:p>
        </p:txBody>
      </p:sp>
      <p:sp>
        <p:nvSpPr>
          <p:cNvPr id="5123" name="Subtitle 2">
            <a:extLst>
              <a:ext uri="{FF2B5EF4-FFF2-40B4-BE49-F238E27FC236}">
                <a16:creationId xmlns:a16="http://schemas.microsoft.com/office/drawing/2014/main" id="{75859820-BF92-5BBB-C904-E9A5D8BB4698}"/>
              </a:ext>
            </a:extLst>
          </p:cNvPr>
          <p:cNvSpPr>
            <a:spLocks noGrp="1"/>
          </p:cNvSpPr>
          <p:nvPr>
            <p:ph type="subTitle" idx="1"/>
          </p:nvPr>
        </p:nvSpPr>
        <p:spPr>
          <a:xfrm>
            <a:off x="1164771" y="1447800"/>
            <a:ext cx="8948058" cy="4166275"/>
          </a:xfrm>
        </p:spPr>
        <p:txBody>
          <a:bodyPr/>
          <a:lstStyle/>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The scope of the proposed system includes real-time monitoring of students through webcams to ensure exam integrity. The system automatically detects suspicious activities such as absence of face, presence of multiple faces, and frequent looking away from the screen.</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It generates a cheating score and stores exam results in a database for proctor review. The system reduces manual supervision and can be extended in the future to include eye tracking, object detection, and advanced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DADE5AA-D9CF-F002-507A-D943FA567A5F}"/>
              </a:ext>
            </a:extLst>
          </p:cNvPr>
          <p:cNvSpPr>
            <a:spLocks noGrp="1"/>
          </p:cNvSpPr>
          <p:nvPr>
            <p:ph type="ctrTitle"/>
          </p:nvPr>
        </p:nvSpPr>
        <p:spPr>
          <a:xfrm>
            <a:off x="936171" y="261256"/>
            <a:ext cx="9404365" cy="667011"/>
          </a:xfrm>
        </p:spPr>
        <p:txBody>
          <a:bodyPr/>
          <a:lstStyle/>
          <a:p>
            <a:pPr algn="l" eaLnBrk="1" hangingPunct="1"/>
            <a:r>
              <a:rPr lang="en-US" altLang="en-US" sz="3200" b="1" dirty="0">
                <a:latin typeface="Times New Roman" panose="02020603050405020304" pitchFamily="18" charset="0"/>
                <a:cs typeface="Times New Roman" panose="02020603050405020304" pitchFamily="18" charset="0"/>
              </a:rPr>
              <a:t>Existing System</a:t>
            </a:r>
            <a:endParaRPr lang="en-IN" altLang="en-US" sz="3200" b="1" dirty="0">
              <a:latin typeface="Times New Roman" panose="02020603050405020304" pitchFamily="18" charset="0"/>
              <a:cs typeface="Times New Roman" panose="02020603050405020304" pitchFamily="18" charset="0"/>
            </a:endParaRPr>
          </a:p>
        </p:txBody>
      </p:sp>
      <p:sp>
        <p:nvSpPr>
          <p:cNvPr id="6147" name="Subtitle 2">
            <a:extLst>
              <a:ext uri="{FF2B5EF4-FFF2-40B4-BE49-F238E27FC236}">
                <a16:creationId xmlns:a16="http://schemas.microsoft.com/office/drawing/2014/main" id="{53BA6A82-B5FB-5777-0183-68518F9CC1E3}"/>
              </a:ext>
            </a:extLst>
          </p:cNvPr>
          <p:cNvSpPr>
            <a:spLocks noGrp="1"/>
          </p:cNvSpPr>
          <p:nvPr>
            <p:ph type="subTitle" idx="1"/>
          </p:nvPr>
        </p:nvSpPr>
        <p:spPr>
          <a:xfrm>
            <a:off x="936171" y="928267"/>
            <a:ext cx="10449987" cy="5929733"/>
          </a:xfrm>
        </p:spPr>
        <p:txBody>
          <a:bodyPr/>
          <a:lstStyle/>
          <a:p>
            <a:pPr marL="342962" indent="-342962" algn="just" eaLnBrk="1" hangingPunct="1">
              <a:lnSpc>
                <a:spcPct val="150000"/>
              </a:lnSpc>
              <a:buFont typeface="Arial" panose="020B0604020202020204" pitchFamily="34" charset="0"/>
              <a:buChar char="•"/>
              <a:defRPr/>
            </a:pPr>
            <a:r>
              <a:rPr lang="en-US" altLang="en-US" sz="1800" dirty="0">
                <a:latin typeface="Times New Roman" panose="02020603050405020304" pitchFamily="18" charset="0"/>
                <a:cs typeface="Times New Roman" panose="02020603050405020304" pitchFamily="18" charset="0"/>
              </a:rPr>
              <a:t>In the existing online examination system, proctors manually monitor students through live video feeds. The effectiveness of monitoring depends entirely on human attention.</a:t>
            </a:r>
          </a:p>
          <a:p>
            <a:pPr marL="342962" indent="-342962" algn="just" eaLnBrk="1" hangingPunct="1">
              <a:lnSpc>
                <a:spcPct val="150000"/>
              </a:lnSpc>
              <a:buFont typeface="Arial" panose="020B0604020202020204" pitchFamily="34" charset="0"/>
              <a:buChar char="•"/>
              <a:defRPr/>
            </a:pPr>
            <a:r>
              <a:rPr lang="en-US" altLang="en-US" sz="1800" dirty="0">
                <a:latin typeface="Times New Roman" panose="02020603050405020304" pitchFamily="18" charset="0"/>
                <a:cs typeface="Times New Roman" panose="02020603050405020304" pitchFamily="18" charset="0"/>
              </a:rPr>
              <a:t>Such systems lack automated cheating detection, are difficult to scale for large numbers of students, and do not provide structured reports for later analysis.</a:t>
            </a:r>
          </a:p>
          <a:p>
            <a:pPr algn="just" eaLnBrk="1" hangingPunct="1">
              <a:lnSpc>
                <a:spcPct val="150000"/>
              </a:lnSpc>
              <a:defRPr/>
            </a:pPr>
            <a:r>
              <a:rPr lang="en-US" altLang="en-US" sz="3200" b="1" dirty="0">
                <a:latin typeface="Times New Roman" panose="02020603050405020304" pitchFamily="18" charset="0"/>
                <a:cs typeface="Times New Roman" panose="02020603050405020304" pitchFamily="18" charset="0"/>
              </a:rPr>
              <a:t>Disadvantages of Existing System</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High dependency on human proctors</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Time-consuming and labor-intensive</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Limited scalability</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Prone to human error</a:t>
            </a:r>
          </a:p>
          <a:p>
            <a:pPr marL="342962" indent="-342962" algn="just">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No automatic detection of cheating behavior</a:t>
            </a:r>
          </a:p>
          <a:p>
            <a:pPr marL="342962" indent="-342962" algn="l">
              <a:lnSpc>
                <a:spcPct val="150000"/>
              </a:lnSpc>
              <a:buFont typeface="Arial" panose="020B0604020202020204" pitchFamily="34" charset="0"/>
              <a:buChar char="•"/>
              <a:defRPr/>
            </a:pPr>
            <a:r>
              <a:rPr lang="en-US" sz="1800" dirty="0">
                <a:latin typeface="Times New Roman" panose="02020603050405020304" pitchFamily="18" charset="0"/>
                <a:cs typeface="Times New Roman" panose="02020603050405020304" pitchFamily="18" charset="0"/>
              </a:rPr>
              <a:t>No structured evidence or exam logs</a:t>
            </a:r>
            <a:br>
              <a:rPr lang="en-US" sz="1800" dirty="0">
                <a:latin typeface="Arial" panose="020B0604020202020204" pitchFamily="34" charset="0"/>
                <a:cs typeface="Arial" panose="020B0604020202020204" pitchFamily="34" charset="0"/>
              </a:rPr>
            </a:br>
            <a:endParaRPr lang="en-IN" altLang="en-US" sz="1800" dirty="0">
              <a:latin typeface="Arial" panose="020B0604020202020204" pitchFamily="34" charset="0"/>
              <a:cs typeface="Arial" panose="020B0604020202020204" pitchFamily="34" charset="0"/>
            </a:endParaRPr>
          </a:p>
          <a:p>
            <a:pPr algn="just" eaLnBrk="1" hangingPunct="1">
              <a:lnSpc>
                <a:spcPct val="150000"/>
              </a:lnSpc>
              <a:defRPr/>
            </a:pPr>
            <a:endParaRPr lang="en-US" altLang="en-US" sz="1600" b="1" dirty="0">
              <a:latin typeface="Arial" panose="020B0604020202020204" pitchFamily="34" charset="0"/>
              <a:cs typeface="Arial" panose="020B0604020202020204" pitchFamily="34" charset="0"/>
            </a:endParaRPr>
          </a:p>
          <a:p>
            <a:pPr algn="just" eaLnBrk="1" hangingPunct="1">
              <a:lnSpc>
                <a:spcPct val="150000"/>
              </a:lnSpc>
              <a:defRPr/>
            </a:pPr>
            <a:endParaRPr lang="en-US" altLang="en-US" dirty="0">
              <a:latin typeface="Arial" panose="020B0604020202020204" pitchFamily="34" charset="0"/>
              <a:cs typeface="Arial" panose="020B0604020202020204" pitchFamily="34" charset="0"/>
            </a:endParaRPr>
          </a:p>
          <a:p>
            <a:pPr algn="just" eaLnBrk="1" hangingPunct="1">
              <a:lnSpc>
                <a:spcPct val="150000"/>
              </a:lnSpc>
              <a:defRPr/>
            </a:pPr>
            <a:endParaRPr lang="en-IN" altLang="en-US" sz="16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6DDD719-53A6-C69B-A2AB-C49885EB7771}"/>
              </a:ext>
            </a:extLst>
          </p:cNvPr>
          <p:cNvSpPr>
            <a:spLocks noGrp="1"/>
          </p:cNvSpPr>
          <p:nvPr>
            <p:ph type="ctrTitle"/>
          </p:nvPr>
        </p:nvSpPr>
        <p:spPr>
          <a:xfrm>
            <a:off x="864296" y="-140619"/>
            <a:ext cx="9675122" cy="701457"/>
          </a:xfrm>
        </p:spPr>
        <p:txBody>
          <a:bodyPr/>
          <a:lstStyle/>
          <a:p>
            <a:pPr algn="l" eaLnBrk="1" hangingPunct="1"/>
            <a:r>
              <a:rPr lang="en-US" altLang="en-US" sz="3200" b="1" dirty="0">
                <a:latin typeface="Times New Roman" panose="02020603050405020304" pitchFamily="18" charset="0"/>
                <a:cs typeface="Times New Roman" panose="02020603050405020304" pitchFamily="18" charset="0"/>
              </a:rPr>
              <a:t>Proposed System</a:t>
            </a:r>
          </a:p>
        </p:txBody>
      </p:sp>
      <p:sp>
        <p:nvSpPr>
          <p:cNvPr id="8195" name="Subtitle 2">
            <a:extLst>
              <a:ext uri="{FF2B5EF4-FFF2-40B4-BE49-F238E27FC236}">
                <a16:creationId xmlns:a16="http://schemas.microsoft.com/office/drawing/2014/main" id="{A7C329BE-BB1A-601D-6330-E4F36E5E55BF}"/>
              </a:ext>
            </a:extLst>
          </p:cNvPr>
          <p:cNvSpPr>
            <a:spLocks noGrp="1"/>
          </p:cNvSpPr>
          <p:nvPr>
            <p:ph type="subTitle" idx="1"/>
          </p:nvPr>
        </p:nvSpPr>
        <p:spPr>
          <a:xfrm>
            <a:off x="864296" y="468086"/>
            <a:ext cx="10083452" cy="6258392"/>
          </a:xfrm>
        </p:spPr>
        <p:txBody>
          <a:bodyPr/>
          <a:lstStyle/>
          <a:p>
            <a:pPr marL="342962" indent="-342962" algn="just">
              <a:lnSpc>
                <a:spcPct val="150000"/>
              </a:lnSpc>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The proposed system uses artificial intelligence and computer vision techniques to automatically monitor students during online examinations.</a:t>
            </a:r>
          </a:p>
          <a:p>
            <a:pPr marL="342962" indent="-342962" algn="just">
              <a:lnSpc>
                <a:spcPct val="150000"/>
              </a:lnSpc>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A pre-trained face detection model detects student presence. Rule-based behavior analysis is applied to identify suspicious activities such as no face detected, multiple faces detected, and looking away from the camera.</a:t>
            </a:r>
          </a:p>
          <a:p>
            <a:pPr marL="342962" indent="-342962" algn="just">
              <a:lnSpc>
                <a:spcPct val="150000"/>
              </a:lnSpc>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The system calculates a cheating score and classifies the exam session as Normal, Suspicious, or Cheating, and stores results in a database for proctor review.</a:t>
            </a:r>
          </a:p>
          <a:p>
            <a:pPr algn="just">
              <a:lnSpc>
                <a:spcPct val="100000"/>
              </a:lnSpc>
              <a:defRPr/>
            </a:pPr>
            <a:r>
              <a:rPr lang="en-US" altLang="en-US" sz="3200" b="1" dirty="0">
                <a:latin typeface="Times New Roman" panose="02020603050405020304" pitchFamily="18" charset="0"/>
                <a:cs typeface="Times New Roman" panose="02020603050405020304" pitchFamily="18" charset="0"/>
              </a:rPr>
              <a:t>Advantages of Proposed System:</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Automated cheating detection</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Reduced human effort</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Real-time monitoring</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Scalable for large exams</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Consistent and unbiased evaluation</a:t>
            </a:r>
          </a:p>
          <a:p>
            <a:pPr marL="342962" indent="-342962" algn="l" eaLnBrk="1" hangingPunct="1">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Secure storage of exam results</a:t>
            </a:r>
            <a:endParaRPr lang="en-IN" altLang="en-US" sz="1800" dirty="0">
              <a:latin typeface="Times New Roman" panose="02020603050405020304" pitchFamily="18" charset="0"/>
              <a:cs typeface="Times New Roman" panose="02020603050405020304" pitchFamily="18" charset="0"/>
            </a:endParaRPr>
          </a:p>
          <a:p>
            <a:pPr algn="l">
              <a:lnSpc>
                <a:spcPct val="100000"/>
              </a:lnSpc>
              <a:defRPr/>
            </a:pPr>
            <a:endParaRPr lang="en-US" altLang="en-US" sz="1600" b="1" dirty="0">
              <a:latin typeface="Arial" panose="020B0604020202020204" pitchFamily="34" charset="0"/>
              <a:cs typeface="Arial" panose="020B0604020202020204" pitchFamily="34" charset="0"/>
            </a:endParaRPr>
          </a:p>
          <a:p>
            <a:pPr algn="l">
              <a:lnSpc>
                <a:spcPct val="100000"/>
              </a:lnSpc>
              <a:defRPr/>
            </a:pPr>
            <a:br>
              <a:rPr lang="en-US" altLang="en-US" sz="2800" dirty="0"/>
            </a:br>
            <a:endParaRPr lang="en-IN" sz="2800" dirty="0">
              <a:latin typeface="Arial" panose="020B0604020202020204" pitchFamily="34" charset="0"/>
              <a:cs typeface="Arial" panose="020B0604020202020204" pitchFamily="34" charset="0"/>
            </a:endParaRPr>
          </a:p>
          <a:p>
            <a:pPr algn="l">
              <a:defRPr/>
            </a:pPr>
            <a:endParaRPr lang="en-IN" altLang="en-US"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Arial" panose="020B0604020202020204" pitchFamily="34" charset="0"/>
                <a:cs typeface="Arial" panose="020B0604020202020204" pitchFamily="34" charset="0"/>
              </a:rPr>
              <a:t>                              </a:t>
            </a:r>
            <a:r>
              <a:rPr lang="en-US" sz="3200" b="1" dirty="0">
                <a:latin typeface="Times New Roman" panose="02020603050405020304" pitchFamily="18" charset="0"/>
                <a:cs typeface="Times New Roman" panose="02020603050405020304" pitchFamily="18" charset="0"/>
              </a:rPr>
              <a:t>Project Flow</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590806" y="1515650"/>
            <a:ext cx="8555276" cy="4747364"/>
          </a:xfrm>
          <a:prstGeom prst="rect">
            <a:avLst/>
          </a:prstGeom>
        </p:spPr>
      </p:pic>
    </p:spTree>
    <p:extLst>
      <p:ext uri="{BB962C8B-B14F-4D97-AF65-F5344CB8AC3E}">
        <p14:creationId xmlns:p14="http://schemas.microsoft.com/office/powerpoint/2010/main" val="1887374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895AAB-731A-05B1-4820-8EEF476E8500}"/>
              </a:ext>
            </a:extLst>
          </p:cNvPr>
          <p:cNvSpPr txBox="1"/>
          <p:nvPr/>
        </p:nvSpPr>
        <p:spPr>
          <a:xfrm>
            <a:off x="435430" y="682747"/>
            <a:ext cx="11419114" cy="5840830"/>
          </a:xfrm>
          <a:prstGeom prst="rect">
            <a:avLst/>
          </a:prstGeom>
          <a:noFill/>
        </p:spPr>
        <p:txBody>
          <a:bodyPr wrap="square">
            <a:spAutoFit/>
          </a:bodyPr>
          <a:lstStyle/>
          <a:p>
            <a:pPr eaLnBrk="1" hangingPunct="1">
              <a:lnSpc>
                <a:spcPct val="150000"/>
              </a:lnSpc>
            </a:pPr>
            <a:r>
              <a:rPr lang="en-IN" altLang="en-US" sz="2400" b="1" dirty="0">
                <a:latin typeface="Times New Roman" panose="02020603050405020304" pitchFamily="18" charset="0"/>
                <a:cs typeface="Times New Roman" panose="02020603050405020304" pitchFamily="18" charset="0"/>
              </a:rPr>
              <a:t>Functional Requirements:</a:t>
            </a:r>
          </a:p>
          <a:p>
            <a:pPr marL="342962" indent="-342962" eaLnBrk="1" hangingPunct="1">
              <a:lnSpc>
                <a:spcPct val="15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Student Module:</a:t>
            </a:r>
            <a:r>
              <a:rPr lang="en-US" altLang="en-US" dirty="0">
                <a:latin typeface="Times New Roman" panose="02020603050405020304" pitchFamily="18" charset="0"/>
                <a:cs typeface="Times New Roman" panose="02020603050405020304" pitchFamily="18" charset="0"/>
              </a:rPr>
              <a:t>Enables students to securely attend online exams with real-time AI monitoring and result submission.</a:t>
            </a:r>
          </a:p>
          <a:p>
            <a:pPr marL="342962" indent="-342962" eaLnBrk="1" hangingPunct="1">
              <a:lnSpc>
                <a:spcPct val="15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Proctor Module:</a:t>
            </a:r>
            <a:r>
              <a:rPr lang="en-US" altLang="en-US" dirty="0">
                <a:latin typeface="Times New Roman" panose="02020603050405020304" pitchFamily="18" charset="0"/>
                <a:cs typeface="Times New Roman" panose="02020603050405020304" pitchFamily="18" charset="0"/>
              </a:rPr>
              <a:t>Allows proctors to monitor exams live, review suspicious activities, and access cheating reports.</a:t>
            </a:r>
          </a:p>
          <a:p>
            <a:pPr marL="342962" indent="-342962" eaLnBrk="1" hangingPunct="1">
              <a:lnSpc>
                <a:spcPct val="15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Admin Module:</a:t>
            </a:r>
            <a:r>
              <a:rPr lang="en-US" altLang="en-US" dirty="0">
                <a:latin typeface="Times New Roman" panose="02020603050405020304" pitchFamily="18" charset="0"/>
                <a:cs typeface="Times New Roman" panose="02020603050405020304" pitchFamily="18" charset="0"/>
              </a:rPr>
              <a:t>Manages users, schedules exams, configures system settings, and oversees overall reports.</a:t>
            </a:r>
          </a:p>
          <a:p>
            <a:pPr algn="l" eaLnBrk="1" hangingPunct="1">
              <a:lnSpc>
                <a:spcPct val="150000"/>
              </a:lnSpc>
              <a:buFont typeface="Wingdings" panose="05000000000000000000" pitchFamily="2" charset="2"/>
              <a:buNone/>
            </a:pPr>
            <a:r>
              <a:rPr lang="en-IN" altLang="en-US" sz="2400" b="1" dirty="0">
                <a:latin typeface="Times New Roman" panose="02020603050405020304" pitchFamily="18" charset="0"/>
                <a:cs typeface="Times New Roman" panose="02020603050405020304" pitchFamily="18" charset="0"/>
              </a:rPr>
              <a:t>Non-Functional Requirements:</a:t>
            </a:r>
            <a:endParaRPr lang="en-US" altLang="en-US" sz="2400" dirty="0">
              <a:latin typeface="Times New Roman" panose="02020603050405020304" pitchFamily="18" charset="0"/>
              <a:cs typeface="Times New Roman" panose="02020603050405020304" pitchFamily="18" charset="0"/>
            </a:endParaRP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 The system should monitor students in real-time with minimal delay (within 2 seconds).</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 The system should handle a large number of students simultaneously.</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 </a:t>
            </a:r>
            <a:r>
              <a:rPr lang="en-US" dirty="0">
                <a:latin typeface="Times New Roman" panose="02020603050405020304" pitchFamily="18" charset="0"/>
                <a:cs typeface="Times New Roman" panose="02020603050405020304" pitchFamily="18" charset="0"/>
              </a:rPr>
              <a:t>– The system should operate continuously without crashes during exams.</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Security &amp; Privacy </a:t>
            </a:r>
            <a:r>
              <a:rPr lang="en-US" dirty="0">
                <a:latin typeface="Times New Roman" panose="02020603050405020304" pitchFamily="18" charset="0"/>
                <a:cs typeface="Times New Roman" panose="02020603050405020304" pitchFamily="18" charset="0"/>
              </a:rPr>
              <a:t>– The system should protect student data and follow privacy policies.</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Usability</a:t>
            </a:r>
            <a:r>
              <a:rPr lang="en-US" dirty="0">
                <a:latin typeface="Times New Roman" panose="02020603050405020304" pitchFamily="18" charset="0"/>
                <a:cs typeface="Times New Roman" panose="02020603050405020304" pitchFamily="18" charset="0"/>
              </a:rPr>
              <a:t> – The system should provide an easy and user-friendly interface.</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Maintainability</a:t>
            </a:r>
            <a:r>
              <a:rPr lang="en-US" dirty="0">
                <a:latin typeface="Times New Roman" panose="02020603050405020304" pitchFamily="18" charset="0"/>
                <a:cs typeface="Times New Roman" panose="02020603050405020304" pitchFamily="18" charset="0"/>
              </a:rPr>
              <a:t> – The system should be easy to update and extend with new features.</a:t>
            </a:r>
          </a:p>
          <a:p>
            <a:pPr marL="285750" indent="-285750" algn="l" eaLnBrk="1" hangingPunct="1">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Platform Independence </a:t>
            </a:r>
            <a:r>
              <a:rPr lang="en-US" dirty="0">
                <a:latin typeface="Times New Roman" panose="02020603050405020304" pitchFamily="18" charset="0"/>
                <a:cs typeface="Times New Roman" panose="02020603050405020304" pitchFamily="18" charset="0"/>
              </a:rPr>
              <a:t>– The system should work across different operating systems.</a:t>
            </a:r>
            <a:endParaRPr lang="en-US" altLang="en-US" sz="2400" dirty="0">
              <a:latin typeface="Arial" panose="020B0604020202020204" pitchFamily="34" charset="0"/>
              <a:cs typeface="Arial" panose="020B0604020202020204" pitchFamily="34" charset="0"/>
            </a:endParaRPr>
          </a:p>
        </p:txBody>
      </p:sp>
      <p:sp>
        <p:nvSpPr>
          <p:cNvPr id="10243" name="TextBox 4">
            <a:extLst>
              <a:ext uri="{FF2B5EF4-FFF2-40B4-BE49-F238E27FC236}">
                <a16:creationId xmlns:a16="http://schemas.microsoft.com/office/drawing/2014/main" id="{D90E4887-1819-70E3-687A-1D27D17F83DD}"/>
              </a:ext>
            </a:extLst>
          </p:cNvPr>
          <p:cNvSpPr txBox="1">
            <a:spLocks noChangeArrowheads="1"/>
          </p:cNvSpPr>
          <p:nvPr/>
        </p:nvSpPr>
        <p:spPr bwMode="auto">
          <a:xfrm>
            <a:off x="3058886" y="97972"/>
            <a:ext cx="63624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3200" b="1" dirty="0">
                <a:latin typeface="Times New Roman" panose="02020603050405020304" pitchFamily="18" charset="0"/>
                <a:cs typeface="Times New Roman" panose="02020603050405020304" pitchFamily="18" charset="0"/>
              </a:rPr>
              <a:t>Requirement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a:extLst>
              <a:ext uri="{FF2B5EF4-FFF2-40B4-BE49-F238E27FC236}">
                <a16:creationId xmlns:a16="http://schemas.microsoft.com/office/drawing/2014/main" id="{EB0D4330-1569-7917-75AA-E74DF5297235}"/>
              </a:ext>
            </a:extLst>
          </p:cNvPr>
          <p:cNvSpPr>
            <a:spLocks noGrp="1"/>
          </p:cNvSpPr>
          <p:nvPr>
            <p:ph type="ctrTitle"/>
          </p:nvPr>
        </p:nvSpPr>
        <p:spPr>
          <a:xfrm>
            <a:off x="995651" y="364412"/>
            <a:ext cx="9964740" cy="584199"/>
          </a:xfrm>
        </p:spPr>
        <p:txBody>
          <a:bodyPr rtlCol="0">
            <a:noAutofit/>
          </a:bodyPr>
          <a:lstStyle/>
          <a:p>
            <a:pPr eaLnBrk="1" fontAlgn="auto" hangingPunct="1">
              <a:spcAft>
                <a:spcPts val="0"/>
              </a:spcAft>
              <a:defRPr/>
            </a:pPr>
            <a:br>
              <a:rPr lang="en-US" sz="2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sym typeface="+mn-ea"/>
              </a:rPr>
              <a:t>Computational Resources</a:t>
            </a:r>
            <a:endParaRPr lang="en-IN" sz="2800" dirty="0">
              <a:latin typeface="Times New Roman" panose="02020603050405020304" pitchFamily="18" charset="0"/>
              <a:cs typeface="Times New Roman" panose="02020603050405020304" pitchFamily="18" charset="0"/>
            </a:endParaRPr>
          </a:p>
        </p:txBody>
      </p:sp>
      <p:sp>
        <p:nvSpPr>
          <p:cNvPr id="1048610" name="Subtitle 2">
            <a:extLst>
              <a:ext uri="{FF2B5EF4-FFF2-40B4-BE49-F238E27FC236}">
                <a16:creationId xmlns:a16="http://schemas.microsoft.com/office/drawing/2014/main" id="{45A09880-B49A-FB8F-903F-3AB38DE136E8}"/>
              </a:ext>
            </a:extLst>
          </p:cNvPr>
          <p:cNvSpPr>
            <a:spLocks noGrp="1"/>
          </p:cNvSpPr>
          <p:nvPr>
            <p:ph type="subTitle" idx="1"/>
          </p:nvPr>
        </p:nvSpPr>
        <p:spPr>
          <a:xfrm>
            <a:off x="721554" y="1215025"/>
            <a:ext cx="4568903" cy="5402446"/>
          </a:xfrm>
        </p:spPr>
        <p:txBody>
          <a:bodyPr rtlCol="0">
            <a:noAutofit/>
          </a:bodyPr>
          <a:lstStyle/>
          <a:p>
            <a:pPr algn="just" eaLnBrk="1" fontAlgn="auto" hangingPunct="1">
              <a:lnSpc>
                <a:spcPct val="107000"/>
              </a:lnSpc>
              <a:spcAft>
                <a:spcPts val="801"/>
              </a:spcAft>
              <a:defRPr/>
            </a:pPr>
            <a:r>
              <a:rPr lang="en-IN" b="1" u="sng" kern="100" dirty="0">
                <a:latin typeface="Times New Roman" panose="02020603050405020304" pitchFamily="18" charset="0"/>
                <a:ea typeface="Calibri" panose="020F0502020204030204" pitchFamily="34" charset="0"/>
                <a:cs typeface="Times New Roman" panose="02020603050405020304" pitchFamily="18" charset="0"/>
              </a:rPr>
              <a:t>SOFTWARE REQUREMENTS</a:t>
            </a:r>
          </a:p>
          <a:p>
            <a:pPr marL="285750" indent="-285750" algn="just" eaLnBrk="1" fontAlgn="auto" hangingPunct="1">
              <a:lnSpc>
                <a:spcPct val="150000"/>
              </a:lnSpc>
              <a:spcAft>
                <a:spcPts val="801"/>
              </a:spcAft>
              <a:buFont typeface="Arial" panose="020B0604020202020204" pitchFamily="34" charset="0"/>
              <a:buChar char="•"/>
              <a:defRPr/>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Operating System: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Windows 10</a:t>
            </a:r>
          </a:p>
          <a:p>
            <a:pPr marL="285750" indent="-285750" algn="just" eaLnBrk="1" fontAlgn="auto" hangingPunct="1">
              <a:lnSpc>
                <a:spcPct val="150000"/>
              </a:lnSpc>
              <a:spcAft>
                <a:spcPts val="801"/>
              </a:spcAft>
              <a:buFont typeface="Arial" panose="020B0604020202020204" pitchFamily="34" charset="0"/>
              <a:buChar char="•"/>
              <a:defRPr/>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Programming Language: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Python</a:t>
            </a:r>
          </a:p>
          <a:p>
            <a:pPr marL="285750" indent="-285750" algn="just" eaLnBrk="1" fontAlgn="auto" hangingPunct="1">
              <a:lnSpc>
                <a:spcPct val="150000"/>
              </a:lnSpc>
              <a:spcAft>
                <a:spcPts val="801"/>
              </a:spcAft>
              <a:buFont typeface="Arial" panose="020B0604020202020204" pitchFamily="34" charset="0"/>
              <a:buChar char="•"/>
              <a:defRP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Frontend Technologies</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HTML,CSS</a:t>
            </a:r>
          </a:p>
          <a:p>
            <a:pPr marL="285750" indent="-285750" algn="just" eaLnBrk="1" fontAlgn="auto" hangingPunct="1">
              <a:lnSpc>
                <a:spcPct val="150000"/>
              </a:lnSpc>
              <a:spcAft>
                <a:spcPts val="801"/>
              </a:spcAft>
              <a:buFont typeface="Arial" panose="020B0604020202020204" pitchFamily="34" charset="0"/>
              <a:buChar char="•"/>
              <a:defRP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Backend Technologies</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Flask</a:t>
            </a:r>
          </a:p>
          <a:p>
            <a:pPr marL="285750" indent="-285750" algn="just" eaLnBrk="1" fontAlgn="auto" hangingPunct="1">
              <a:lnSpc>
                <a:spcPct val="150000"/>
              </a:lnSpc>
              <a:spcAft>
                <a:spcPts val="801"/>
              </a:spcAft>
              <a:buFont typeface="Arial" panose="020B0604020202020204" pitchFamily="34" charset="0"/>
              <a:buChar char="•"/>
              <a:defRP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Database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SQLite</a:t>
            </a: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eaLnBrk="1" fontAlgn="auto" hangingPunct="1">
              <a:lnSpc>
                <a:spcPct val="150000"/>
              </a:lnSpc>
              <a:spcAft>
                <a:spcPts val="801"/>
              </a:spcAft>
              <a:buFont typeface="Arial" panose="020B0604020202020204" pitchFamily="34" charset="0"/>
              <a:buChar char="•"/>
              <a:defRPr/>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Libraries: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OpenCV</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Dlib</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SQLite</a:t>
            </a:r>
          </a:p>
          <a:p>
            <a:pPr marL="285750" indent="-285750" algn="just" eaLnBrk="1" fontAlgn="auto" hangingPunct="1">
              <a:lnSpc>
                <a:spcPct val="150000"/>
              </a:lnSpc>
              <a:spcAft>
                <a:spcPts val="801"/>
              </a:spcAft>
              <a:buFont typeface="Arial" panose="020B0604020202020204" pitchFamily="34" charset="0"/>
              <a:buChar char="•"/>
              <a:defRPr/>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IDE: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VS Code /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PyCharm</a:t>
            </a: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1BE7987-F10F-4164-A587-15E12E0D3443}"/>
              </a:ext>
            </a:extLst>
          </p:cNvPr>
          <p:cNvSpPr txBox="1"/>
          <p:nvPr/>
        </p:nvSpPr>
        <p:spPr>
          <a:xfrm>
            <a:off x="6463430" y="1302707"/>
            <a:ext cx="5007016" cy="2510111"/>
          </a:xfrm>
          <a:prstGeom prst="rect">
            <a:avLst/>
          </a:prstGeom>
          <a:noFill/>
        </p:spPr>
        <p:txBody>
          <a:bodyPr wrap="square" rtlCol="0">
            <a:spAutoFit/>
          </a:bodyPr>
          <a:lstStyle/>
          <a:p>
            <a:pPr algn="just" eaLnBrk="1" fontAlgn="auto" hangingPunct="1">
              <a:lnSpc>
                <a:spcPct val="107000"/>
              </a:lnSpc>
              <a:spcAft>
                <a:spcPts val="801"/>
              </a:spcAft>
              <a:defRPr/>
            </a:pPr>
            <a:r>
              <a:rPr lang="en-US" sz="2400" b="1" u="sng" kern="100" dirty="0">
                <a:latin typeface="Times New Roman" panose="02020603050405020304" pitchFamily="18" charset="0"/>
                <a:ea typeface="Calibri" panose="020F0502020204030204" pitchFamily="34" charset="0"/>
                <a:cs typeface="Times New Roman" panose="02020603050405020304" pitchFamily="18" charset="0"/>
              </a:rPr>
              <a:t>HARDWARE REQUIREMENTS</a:t>
            </a:r>
            <a:r>
              <a:rPr lang="en-US" sz="1600" b="1" u="sng" kern="100"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u="sng" kern="100" dirty="0">
              <a:latin typeface="Times New Roman" panose="02020603050405020304" pitchFamily="18" charset="0"/>
              <a:cs typeface="Times New Roman" panose="02020603050405020304" pitchFamily="18" charset="0"/>
            </a:endParaRPr>
          </a:p>
          <a:p>
            <a:pPr marL="342962" indent="-342962" algn="just" eaLnBrk="1" fontAlgn="auto" hangingPunct="1">
              <a:lnSpc>
                <a:spcPct val="150000"/>
              </a:lnSpc>
              <a:spcAft>
                <a:spcPts val="801"/>
              </a:spcAft>
              <a:buFont typeface="Arial" panose="020B0604020202020204" pitchFamily="34" charset="0"/>
              <a:buChar char="•"/>
              <a:defRPr/>
            </a:pPr>
            <a:r>
              <a:rPr lang="en-US" b="1" kern="100" dirty="0">
                <a:latin typeface="Times New Roman" panose="02020603050405020304" pitchFamily="18" charset="0"/>
                <a:ea typeface="Calibri" panose="020F0502020204030204" pitchFamily="34" charset="0"/>
                <a:cs typeface="Times New Roman" panose="02020603050405020304" pitchFamily="18" charset="0"/>
              </a:rPr>
              <a:t>Processor</a:t>
            </a:r>
            <a:r>
              <a:rPr lang="en-US" kern="100" dirty="0">
                <a:latin typeface="Times New Roman" panose="02020603050405020304" pitchFamily="18" charset="0"/>
                <a:ea typeface="Calibri" panose="020F0502020204030204" pitchFamily="34" charset="0"/>
                <a:cs typeface="Times New Roman" panose="02020603050405020304" pitchFamily="18" charset="0"/>
              </a:rPr>
              <a:t>: Intel i5 or above</a:t>
            </a:r>
          </a:p>
          <a:p>
            <a:pPr marL="342962" indent="-342962" algn="just" eaLnBrk="1" fontAlgn="auto" hangingPunct="1">
              <a:lnSpc>
                <a:spcPct val="150000"/>
              </a:lnSpc>
              <a:spcAft>
                <a:spcPts val="801"/>
              </a:spcAft>
              <a:buFont typeface="Arial" panose="020B0604020202020204" pitchFamily="34" charset="0"/>
              <a:buChar char="•"/>
              <a:defRPr/>
            </a:pPr>
            <a:r>
              <a:rPr lang="en-US" b="1" kern="100" dirty="0">
                <a:latin typeface="Times New Roman" panose="02020603050405020304" pitchFamily="18" charset="0"/>
                <a:ea typeface="Calibri" panose="020F0502020204030204" pitchFamily="34" charset="0"/>
                <a:cs typeface="Times New Roman" panose="02020603050405020304" pitchFamily="18" charset="0"/>
              </a:rPr>
              <a:t>RAM: </a:t>
            </a:r>
            <a:r>
              <a:rPr lang="en-US" kern="100" dirty="0">
                <a:latin typeface="Times New Roman" panose="02020603050405020304" pitchFamily="18" charset="0"/>
                <a:ea typeface="Calibri" panose="020F0502020204030204" pitchFamily="34" charset="0"/>
                <a:cs typeface="Times New Roman" panose="02020603050405020304" pitchFamily="18" charset="0"/>
              </a:rPr>
              <a:t>8 GB</a:t>
            </a:r>
          </a:p>
          <a:p>
            <a:pPr marL="342962" indent="-342962" algn="just" eaLnBrk="1" fontAlgn="auto" hangingPunct="1">
              <a:lnSpc>
                <a:spcPct val="150000"/>
              </a:lnSpc>
              <a:spcAft>
                <a:spcPts val="801"/>
              </a:spcAft>
              <a:buFont typeface="Arial" panose="020B0604020202020204" pitchFamily="34" charset="0"/>
              <a:buChar char="•"/>
              <a:defRPr/>
            </a:pPr>
            <a:r>
              <a:rPr lang="en-US" kern="100" dirty="0">
                <a:latin typeface="Times New Roman" panose="02020603050405020304" pitchFamily="18" charset="0"/>
                <a:ea typeface="Calibri" panose="020F0502020204030204" pitchFamily="34" charset="0"/>
                <a:cs typeface="Times New Roman" panose="02020603050405020304" pitchFamily="18" charset="0"/>
              </a:rPr>
              <a:t>Webcam</a:t>
            </a:r>
          </a:p>
          <a:p>
            <a:pPr marL="342962" indent="-342962" algn="just" eaLnBrk="1" fontAlgn="auto" hangingPunct="1">
              <a:lnSpc>
                <a:spcPct val="150000"/>
              </a:lnSpc>
              <a:spcAft>
                <a:spcPts val="801"/>
              </a:spcAft>
              <a:buFont typeface="Arial" panose="020B0604020202020204" pitchFamily="34" charset="0"/>
              <a:buChar char="•"/>
              <a:defRPr/>
            </a:pPr>
            <a:r>
              <a:rPr lang="en-US" b="1" kern="100" dirty="0">
                <a:latin typeface="Times New Roman" panose="02020603050405020304" pitchFamily="18" charset="0"/>
                <a:ea typeface="Calibri" panose="020F0502020204030204" pitchFamily="34" charset="0"/>
                <a:cs typeface="Times New Roman" panose="02020603050405020304" pitchFamily="18" charset="0"/>
              </a:rPr>
              <a:t>Storage: </a:t>
            </a:r>
            <a:r>
              <a:rPr lang="en-US" kern="100" dirty="0">
                <a:latin typeface="Times New Roman" panose="02020603050405020304" pitchFamily="18" charset="0"/>
                <a:ea typeface="Calibri" panose="020F0502020204030204" pitchFamily="34" charset="0"/>
                <a:cs typeface="Times New Roman" panose="02020603050405020304" pitchFamily="18" charset="0"/>
              </a:rPr>
              <a:t>100 GB</a:t>
            </a:r>
            <a:endParaRPr lang="en-US" sz="1800" kern="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6F050-DB56-4742-9DE2-7D876CD19620}"/>
              </a:ext>
            </a:extLst>
          </p:cNvPr>
          <p:cNvSpPr txBox="1"/>
          <p:nvPr/>
        </p:nvSpPr>
        <p:spPr>
          <a:xfrm>
            <a:off x="1208088" y="1223963"/>
            <a:ext cx="8499583" cy="3397340"/>
          </a:xfrm>
          <a:prstGeom prst="rect">
            <a:avLst/>
          </a:prstGeom>
          <a:noFill/>
        </p:spPr>
        <p:txBody>
          <a:bodyPr wrap="square">
            <a:spAutoFit/>
          </a:bodyPr>
          <a:lstStyle/>
          <a:p>
            <a:pPr algn="just" eaLnBrk="1" fontAlgn="auto" hangingPunct="1">
              <a:spcBef>
                <a:spcPts val="0"/>
              </a:spcBef>
              <a:spcAft>
                <a:spcPts val="0"/>
              </a:spcAft>
              <a:defRPr/>
            </a:pPr>
            <a:r>
              <a:rPr lang="en-US" sz="3200" b="1" dirty="0">
                <a:latin typeface="Times New Roman" panose="02020603050405020304" pitchFamily="18" charset="0"/>
                <a:cs typeface="Times New Roman" panose="02020603050405020304" pitchFamily="18" charset="0"/>
              </a:rPr>
              <a:t>Design</a:t>
            </a:r>
          </a:p>
          <a:p>
            <a:pPr algn="just" eaLnBrk="1" fontAlgn="auto" hangingPunct="1">
              <a:spcBef>
                <a:spcPts val="0"/>
              </a:spcBef>
              <a:spcAft>
                <a:spcPts val="0"/>
              </a:spcAft>
              <a:defRPr/>
            </a:pPr>
            <a:endParaRPr lang="en-US" sz="2400" dirty="0">
              <a:latin typeface="Arial" panose="020B0604020202020204" pitchFamily="34" charset="0"/>
              <a:cs typeface="Arial" panose="020B0604020202020204" pitchFamily="34" charset="0"/>
            </a:endParaRPr>
          </a:p>
          <a:p>
            <a:pPr marL="342900" indent="-34290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software engineering</a:t>
            </a:r>
            <a:r>
              <a:rPr lang="en-US" dirty="0">
                <a:latin typeface="Times New Roman" panose="02020603050405020304" pitchFamily="18" charset="0"/>
                <a:cs typeface="Times New Roman" panose="02020603050405020304" pitchFamily="18" charset="0"/>
              </a:rPr>
              <a:t>, "design" refers to the process of planning and defining how a software system will work.</a:t>
            </a:r>
          </a:p>
          <a:p>
            <a:pPr marL="342900" indent="-34290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 It involves creating a blueprint for the software, including its structure, components, and how they will interact. </a:t>
            </a:r>
          </a:p>
          <a:p>
            <a:pPr marL="342900" indent="-34290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goal of design is to solve problems and specify how the software will meet user requirements.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a:extLst>
              <a:ext uri="{FF2B5EF4-FFF2-40B4-BE49-F238E27FC236}">
                <a16:creationId xmlns:a16="http://schemas.microsoft.com/office/drawing/2014/main" id="{28653EA5-9E95-42E9-ABF4-E98A489B24AD}"/>
              </a:ext>
            </a:extLst>
          </p:cNvPr>
          <p:cNvSpPr txBox="1">
            <a:spLocks noChangeArrowheads="1"/>
          </p:cNvSpPr>
          <p:nvPr/>
        </p:nvSpPr>
        <p:spPr bwMode="auto">
          <a:xfrm>
            <a:off x="3810000" y="233363"/>
            <a:ext cx="6281738" cy="74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spcAft>
                <a:spcPts val="800"/>
              </a:spcAft>
            </a:pPr>
            <a:r>
              <a:rPr lang="en-US" altLang="en-US" sz="3200" b="1" dirty="0">
                <a:latin typeface="Times New Roman" panose="02020603050405020304" pitchFamily="18" charset="0"/>
                <a:ea typeface="Verdana" panose="020B0604030504040204" pitchFamily="34" charset="0"/>
                <a:cs typeface="Times New Roman" panose="02020603050405020304" pitchFamily="18" charset="0"/>
              </a:rPr>
              <a:t>System Architecture</a:t>
            </a:r>
            <a:endParaRPr lang="en-IN" altLang="en-US" sz="32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EBBC13F-AA5F-C956-7C51-AA3CA7F56D2D}"/>
              </a:ext>
            </a:extLst>
          </p:cNvPr>
          <p:cNvPicPr>
            <a:picLocks noChangeAspect="1"/>
          </p:cNvPicPr>
          <p:nvPr/>
        </p:nvPicPr>
        <p:blipFill>
          <a:blip r:embed="rId2"/>
          <a:stretch>
            <a:fillRect/>
          </a:stretch>
        </p:blipFill>
        <p:spPr>
          <a:xfrm>
            <a:off x="995362" y="885825"/>
            <a:ext cx="10201275" cy="50863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
            <a:extLst>
              <a:ext uri="{FF2B5EF4-FFF2-40B4-BE49-F238E27FC236}">
                <a16:creationId xmlns:a16="http://schemas.microsoft.com/office/drawing/2014/main" id="{5B8730EE-8732-45D9-90E1-203426207D49}"/>
              </a:ext>
            </a:extLst>
          </p:cNvPr>
          <p:cNvSpPr txBox="1">
            <a:spLocks noChangeArrowheads="1"/>
          </p:cNvSpPr>
          <p:nvPr/>
        </p:nvSpPr>
        <p:spPr bwMode="auto">
          <a:xfrm>
            <a:off x="2497138" y="419100"/>
            <a:ext cx="60960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50000"/>
              </a:lnSpc>
              <a:spcAft>
                <a:spcPts val="800"/>
              </a:spcAft>
            </a:pPr>
            <a:r>
              <a:rPr lang="en-US" altLang="en-US" sz="3200" b="1" dirty="0">
                <a:latin typeface="Arial" panose="020B0604020202020204" pitchFamily="34" charset="0"/>
                <a:ea typeface="Verdana" panose="020B0604030504040204" pitchFamily="34" charset="0"/>
                <a:cs typeface="Arial" panose="020B0604020202020204" pitchFamily="34" charset="0"/>
              </a:rPr>
              <a:t>  </a:t>
            </a:r>
            <a:r>
              <a:rPr lang="en-US" altLang="en-US" sz="3200" b="1" dirty="0">
                <a:latin typeface="Times New Roman" panose="02020603050405020304" pitchFamily="18" charset="0"/>
                <a:ea typeface="Verdana" panose="020B0604030504040204" pitchFamily="34" charset="0"/>
                <a:cs typeface="Times New Roman" panose="02020603050405020304" pitchFamily="18" charset="0"/>
              </a:rPr>
              <a:t>Technical Architecture</a:t>
            </a:r>
            <a:endParaRPr lang="en-IN" altLang="en-US" sz="32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BB533D5-BE19-4687-54AB-62446602E352}"/>
              </a:ext>
            </a:extLst>
          </p:cNvPr>
          <p:cNvPicPr>
            <a:picLocks noChangeAspect="1"/>
          </p:cNvPicPr>
          <p:nvPr/>
        </p:nvPicPr>
        <p:blipFill>
          <a:blip r:embed="rId2"/>
          <a:stretch>
            <a:fillRect/>
          </a:stretch>
        </p:blipFill>
        <p:spPr>
          <a:xfrm>
            <a:off x="1400175" y="1104900"/>
            <a:ext cx="9391650" cy="4648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a:extLst>
              <a:ext uri="{FF2B5EF4-FFF2-40B4-BE49-F238E27FC236}">
                <a16:creationId xmlns:a16="http://schemas.microsoft.com/office/drawing/2014/main" id="{9BD2FA3E-C925-41AE-AD7A-88160750C9BD}"/>
              </a:ext>
            </a:extLst>
          </p:cNvPr>
          <p:cNvSpPr txBox="1">
            <a:spLocks noChangeArrowheads="1"/>
          </p:cNvSpPr>
          <p:nvPr/>
        </p:nvSpPr>
        <p:spPr bwMode="auto">
          <a:xfrm>
            <a:off x="3695177" y="311150"/>
            <a:ext cx="4996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3200" b="1" dirty="0">
                <a:latin typeface="Times New Roman" panose="02020603050405020304" pitchFamily="18" charset="0"/>
                <a:cs typeface="Times New Roman" panose="02020603050405020304" pitchFamily="18" charset="0"/>
              </a:rPr>
              <a:t>Software Process Model</a:t>
            </a:r>
          </a:p>
        </p:txBody>
      </p:sp>
      <p:sp>
        <p:nvSpPr>
          <p:cNvPr id="16387" name="TextBox 2">
            <a:extLst>
              <a:ext uri="{FF2B5EF4-FFF2-40B4-BE49-F238E27FC236}">
                <a16:creationId xmlns:a16="http://schemas.microsoft.com/office/drawing/2014/main" id="{E88A31B4-3B22-4E78-B397-A687486D1528}"/>
              </a:ext>
            </a:extLst>
          </p:cNvPr>
          <p:cNvSpPr txBox="1">
            <a:spLocks noChangeArrowheads="1"/>
          </p:cNvSpPr>
          <p:nvPr/>
        </p:nvSpPr>
        <p:spPr bwMode="auto">
          <a:xfrm>
            <a:off x="4625975" y="5883275"/>
            <a:ext cx="29067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2800" dirty="0">
                <a:latin typeface="Times New Roman" panose="02020603050405020304" pitchFamily="18" charset="0"/>
                <a:cs typeface="Times New Roman" panose="02020603050405020304" pitchFamily="18" charset="0"/>
              </a:rPr>
              <a:t>Waterfall Model</a:t>
            </a:r>
          </a:p>
        </p:txBody>
      </p:sp>
      <p:pic>
        <p:nvPicPr>
          <p:cNvPr id="16388" name="Picture 4">
            <a:extLst>
              <a:ext uri="{FF2B5EF4-FFF2-40B4-BE49-F238E27FC236}">
                <a16:creationId xmlns:a16="http://schemas.microsoft.com/office/drawing/2014/main" id="{CA19AEED-2547-409A-B47F-008F0467F8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0025" y="1077913"/>
            <a:ext cx="6646863"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D6DFDF-2162-4EFE-B63D-C36DDBAE020E}"/>
              </a:ext>
            </a:extLst>
          </p:cNvPr>
          <p:cNvSpPr txBox="1"/>
          <p:nvPr/>
        </p:nvSpPr>
        <p:spPr>
          <a:xfrm flipH="1">
            <a:off x="3432129" y="488515"/>
            <a:ext cx="4917213"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1.USECASE DIAGRAM</a:t>
            </a:r>
            <a:endParaRPr lang="en-IN" sz="3200" b="1" u="sng"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t="6209" b="18296"/>
          <a:stretch>
            <a:fillRect/>
          </a:stretch>
        </p:blipFill>
        <p:spPr>
          <a:xfrm>
            <a:off x="1063321" y="1306286"/>
            <a:ext cx="10058400" cy="5192485"/>
          </a:xfrm>
          <a:prstGeom prst="rect">
            <a:avLst/>
          </a:prstGeom>
        </p:spPr>
      </p:pic>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F30549-B47E-41FF-99CD-1ADB8AB053F6}"/>
              </a:ext>
            </a:extLst>
          </p:cNvPr>
          <p:cNvSpPr txBox="1"/>
          <p:nvPr/>
        </p:nvSpPr>
        <p:spPr>
          <a:xfrm>
            <a:off x="3320143" y="261257"/>
            <a:ext cx="6777945" cy="569383"/>
          </a:xfrm>
          <a:prstGeom prst="rect">
            <a:avLst/>
          </a:prstGeom>
          <a:noFill/>
        </p:spPr>
        <p:txBody>
          <a:bodyPr wrap="square" lIns="76197" tIns="38098" rIns="76197" bIns="38098">
            <a:spAutoFit/>
          </a:bodyPr>
          <a:lstStyle/>
          <a:p>
            <a:pPr>
              <a:defRPr/>
            </a:pPr>
            <a:r>
              <a:rPr lang="en-US" sz="3200" b="1" u="sng" dirty="0">
                <a:latin typeface="Times New Roman" panose="02020603050405020304" pitchFamily="18" charset="0"/>
                <a:ea typeface="+mj-ea"/>
                <a:cs typeface="Times New Roman" panose="02020603050405020304" pitchFamily="18" charset="0"/>
              </a:rPr>
              <a:t>2. CLASS DIAGRAM</a:t>
            </a:r>
            <a:endParaRPr lang="en-IN" sz="3200" b="1" u="sng" dirty="0"/>
          </a:p>
        </p:txBody>
      </p:sp>
      <p:pic>
        <p:nvPicPr>
          <p:cNvPr id="6" name="Picture 5">
            <a:extLst>
              <a:ext uri="{FF2B5EF4-FFF2-40B4-BE49-F238E27FC236}">
                <a16:creationId xmlns:a16="http://schemas.microsoft.com/office/drawing/2014/main" id="{FCE75370-B35A-4183-A858-142A07F08893}"/>
              </a:ext>
            </a:extLst>
          </p:cNvPr>
          <p:cNvPicPr>
            <a:picLocks noChangeAspect="1"/>
          </p:cNvPicPr>
          <p:nvPr/>
        </p:nvPicPr>
        <p:blipFill>
          <a:blip r:embed="rId2"/>
          <a:srcRect l="5276" t="7862" r="13077" b="1819"/>
          <a:stretch>
            <a:fillRect/>
          </a:stretch>
        </p:blipFill>
        <p:spPr>
          <a:xfrm>
            <a:off x="1115473" y="1001486"/>
            <a:ext cx="8982615" cy="5671457"/>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ED8B7C-934D-4E7E-A999-3AB80276B593}"/>
              </a:ext>
            </a:extLst>
          </p:cNvPr>
          <p:cNvSpPr txBox="1"/>
          <p:nvPr/>
        </p:nvSpPr>
        <p:spPr>
          <a:xfrm>
            <a:off x="3233058" y="163287"/>
            <a:ext cx="7165068" cy="569383"/>
          </a:xfrm>
          <a:prstGeom prst="rect">
            <a:avLst/>
          </a:prstGeom>
          <a:noFill/>
        </p:spPr>
        <p:txBody>
          <a:bodyPr wrap="square" lIns="76197" tIns="38098" rIns="76197" bIns="38098">
            <a:spAutoFit/>
          </a:bodyPr>
          <a:lstStyle/>
          <a:p>
            <a:pPr>
              <a:defRPr/>
            </a:pPr>
            <a:r>
              <a:rPr lang="en-US" sz="3200" b="1" u="sng" dirty="0">
                <a:latin typeface="Times New Roman" panose="02020603050405020304" pitchFamily="18" charset="0"/>
                <a:ea typeface="+mj-ea"/>
                <a:cs typeface="Times New Roman" panose="02020603050405020304" pitchFamily="18" charset="0"/>
              </a:rPr>
              <a:t>3.SEQUENCE DIAGRAM</a:t>
            </a:r>
            <a:endParaRPr lang="en-IN" sz="3200" b="1" u="sng"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l="5266" t="2729" r="25691"/>
          <a:stretch>
            <a:fillRect/>
          </a:stretch>
        </p:blipFill>
        <p:spPr>
          <a:xfrm>
            <a:off x="968828" y="848577"/>
            <a:ext cx="9429297" cy="5846135"/>
          </a:xfrm>
          <a:prstGeom prst="rect">
            <a:avLst/>
          </a:prstGeom>
        </p:spPr>
      </p:pic>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431FCE-06B8-47C9-97F8-03A37FA732B5}"/>
              </a:ext>
            </a:extLst>
          </p:cNvPr>
          <p:cNvSpPr txBox="1"/>
          <p:nvPr/>
        </p:nvSpPr>
        <p:spPr>
          <a:xfrm>
            <a:off x="3788229" y="28575"/>
            <a:ext cx="6594021" cy="569383"/>
          </a:xfrm>
          <a:prstGeom prst="rect">
            <a:avLst/>
          </a:prstGeom>
          <a:noFill/>
        </p:spPr>
        <p:txBody>
          <a:bodyPr wrap="square" lIns="76197" tIns="38098" rIns="76197" bIns="38098">
            <a:spAutoFit/>
          </a:bodyPr>
          <a:lstStyle/>
          <a:p>
            <a:pPr>
              <a:defRPr/>
            </a:pPr>
            <a:r>
              <a:rPr lang="en-US" sz="3200" b="1" u="sng" dirty="0">
                <a:latin typeface="Times New Roman" panose="02020603050405020304" pitchFamily="18" charset="0"/>
                <a:ea typeface="+mj-ea"/>
                <a:cs typeface="Times New Roman" panose="02020603050405020304" pitchFamily="18" charset="0"/>
              </a:rPr>
              <a:t>4. ACTIVITY DIAGRAM</a:t>
            </a:r>
            <a:endParaRPr lang="en-IN" sz="3200" b="1" u="sng"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43" y="721459"/>
            <a:ext cx="10896600" cy="6107966"/>
          </a:xfrm>
          <a:prstGeom prst="rect">
            <a:avLst/>
          </a:prstGeom>
        </p:spPr>
      </p:pic>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47BC4-6340-463C-B525-5B73B53AC153}"/>
              </a:ext>
            </a:extLst>
          </p:cNvPr>
          <p:cNvSpPr txBox="1"/>
          <p:nvPr/>
        </p:nvSpPr>
        <p:spPr>
          <a:xfrm>
            <a:off x="685800" y="954088"/>
            <a:ext cx="10123714" cy="4105226"/>
          </a:xfrm>
          <a:prstGeom prst="rect">
            <a:avLst/>
          </a:prstGeom>
          <a:noFill/>
        </p:spPr>
        <p:txBody>
          <a:bodyPr wrap="square">
            <a:spAutoFit/>
          </a:bodyPr>
          <a:lstStyle/>
          <a:p>
            <a:pPr algn="just" eaLnBrk="1" fontAlgn="auto" hangingPunct="1">
              <a:lnSpc>
                <a:spcPct val="150000"/>
              </a:lnSpc>
              <a:spcBef>
                <a:spcPts val="0"/>
              </a:spcBef>
              <a:spcAft>
                <a:spcPts val="0"/>
              </a:spcAft>
              <a:defRPr/>
            </a:pPr>
            <a:r>
              <a:rPr lang="en-US" sz="3200" b="1" dirty="0">
                <a:latin typeface="Times New Roman" panose="02020603050405020304" pitchFamily="18" charset="0"/>
                <a:cs typeface="Times New Roman" panose="02020603050405020304" pitchFamily="18" charset="0"/>
              </a:rPr>
              <a:t>Data Flow Diagram</a:t>
            </a:r>
          </a:p>
          <a:p>
            <a:pPr marL="285750" indent="-28575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data flow begins when the student logs in and starts the exam, sending live webcam video to the AI monitoring system. The system processes the video frames using face detection and suspicious behavior analysis modules to monitor exam activity and calculate a cheating score. </a:t>
            </a:r>
          </a:p>
          <a:p>
            <a:pPr marL="285750" indent="-28575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Student details are verified using the registration database during login. Once the exam is completed, the system generates a final verdict based on the cheating score and stores the results in the exam records database. </a:t>
            </a:r>
          </a:p>
          <a:p>
            <a:pPr marL="285750" indent="-285750" algn="just" eaLnBrk="1" fontAlgn="auto" hangingPunct="1">
              <a:lnSpc>
                <a:spcPct val="150000"/>
              </a:lnSpc>
              <a:spcBef>
                <a:spcPts val="0"/>
              </a:spcBef>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examiner can then access the stored reports and review the student’s performance through the dashboard.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Box 5">
            <a:extLst>
              <a:ext uri="{FF2B5EF4-FFF2-40B4-BE49-F238E27FC236}">
                <a16:creationId xmlns:a16="http://schemas.microsoft.com/office/drawing/2014/main" id="{51815DC4-16A3-420F-9B7A-8A51941D9791}"/>
              </a:ext>
            </a:extLst>
          </p:cNvPr>
          <p:cNvSpPr txBox="1">
            <a:spLocks noChangeArrowheads="1"/>
          </p:cNvSpPr>
          <p:nvPr/>
        </p:nvSpPr>
        <p:spPr bwMode="auto">
          <a:xfrm>
            <a:off x="652463" y="615806"/>
            <a:ext cx="6096000" cy="74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50000"/>
              </a:lnSpc>
            </a:pPr>
            <a:r>
              <a:rPr lang="en-US" altLang="en-US" sz="3200" b="1" dirty="0">
                <a:latin typeface="Times New Roman" panose="02020603050405020304" pitchFamily="18" charset="0"/>
                <a:cs typeface="Times New Roman" panose="02020603050405020304" pitchFamily="18" charset="0"/>
              </a:rPr>
              <a:t>Data Flow Diagram</a:t>
            </a:r>
          </a:p>
        </p:txBody>
      </p:sp>
      <p:pic>
        <p:nvPicPr>
          <p:cNvPr id="2" name="Picture 1">
            <a:extLst>
              <a:ext uri="{FF2B5EF4-FFF2-40B4-BE49-F238E27FC236}">
                <a16:creationId xmlns:a16="http://schemas.microsoft.com/office/drawing/2014/main" id="{777D6AC9-E8A4-7A54-5797-D15CD043BDA4}"/>
              </a:ext>
            </a:extLst>
          </p:cNvPr>
          <p:cNvPicPr>
            <a:picLocks noChangeAspect="1"/>
          </p:cNvPicPr>
          <p:nvPr/>
        </p:nvPicPr>
        <p:blipFill>
          <a:blip r:embed="rId2"/>
          <a:srcRect t="7127" b="11817"/>
          <a:stretch>
            <a:fillRect/>
          </a:stretch>
        </p:blipFill>
        <p:spPr>
          <a:xfrm>
            <a:off x="1023384" y="1350335"/>
            <a:ext cx="10066374" cy="4891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
            <a:extLst>
              <a:ext uri="{FF2B5EF4-FFF2-40B4-BE49-F238E27FC236}">
                <a16:creationId xmlns:a16="http://schemas.microsoft.com/office/drawing/2014/main" id="{7A1CF26E-97B6-42C7-8D63-9DF726696B19}"/>
              </a:ext>
            </a:extLst>
          </p:cNvPr>
          <p:cNvSpPr txBox="1">
            <a:spLocks noChangeArrowheads="1"/>
          </p:cNvSpPr>
          <p:nvPr/>
        </p:nvSpPr>
        <p:spPr bwMode="auto">
          <a:xfrm>
            <a:off x="838193" y="740229"/>
            <a:ext cx="9678609" cy="637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en-US" b="1" dirty="0">
                <a:latin typeface="Times New Roman" panose="02020603050405020304" pitchFamily="18" charset="0"/>
                <a:cs typeface="Times New Roman" panose="02020603050405020304" pitchFamily="18" charset="0"/>
              </a:rPr>
              <a:t>IMPLEMENTATION STEPS</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Requirement 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Identified the need for automated online exam monitoring and defined system scope.</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Technology Selection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Used Python, </a:t>
            </a:r>
            <a:r>
              <a:rPr lang="en-US" sz="1600" dirty="0" err="1">
                <a:latin typeface="Times New Roman" panose="02020603050405020304" pitchFamily="18" charset="0"/>
                <a:cs typeface="Times New Roman" panose="02020603050405020304" pitchFamily="18" charset="0"/>
              </a:rPr>
              <a:t>OpenCV</a:t>
            </a:r>
            <a:r>
              <a:rPr lang="en-US" sz="1600" dirty="0">
                <a:latin typeface="Times New Roman" panose="02020603050405020304" pitchFamily="18" charset="0"/>
                <a:cs typeface="Times New Roman" panose="02020603050405020304" pitchFamily="18" charset="0"/>
              </a:rPr>
              <a:t>, Flask, SQLite, HTML, and CSS.</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Face Detection Integration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Integrated a pre-trained face detection model and captured live webcam video.</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Cheating Detection Logic</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Increased cheating score if no face or multiple faces were detected. Generated final verdict based on       threshold.</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Database Implementation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Stored Student ID, cheating score, verdict, and timestamp in SQLite.</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Web Dashboard Development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Created proctor login and results dashboard connected to Flask backend.</a:t>
            </a:r>
          </a:p>
          <a:p>
            <a:pPr>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Testing and Validation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Tested different scenarios and verified score calculation and data storage.</a:t>
            </a:r>
          </a:p>
          <a:p>
            <a:pPr marL="0" indent="0" algn="just" eaLnBrk="1" hangingPunct="1">
              <a:lnSpc>
                <a:spcPct val="150000"/>
              </a:lnSpc>
            </a:pPr>
            <a:endParaRPr lang="en-US" altLang="en-US" sz="1600" dirty="0">
              <a:latin typeface="Times New Roman" panose="02020603050405020304" pitchFamily="18" charset="0"/>
              <a:cs typeface="Times New Roman" panose="02020603050405020304" pitchFamily="18" charset="0"/>
            </a:endParaRPr>
          </a:p>
        </p:txBody>
      </p:sp>
      <p:sp>
        <p:nvSpPr>
          <p:cNvPr id="23555" name="Title 3">
            <a:extLst>
              <a:ext uri="{FF2B5EF4-FFF2-40B4-BE49-F238E27FC236}">
                <a16:creationId xmlns:a16="http://schemas.microsoft.com/office/drawing/2014/main" id="{009A8011-D9E7-48C0-9561-974E755F17ED}"/>
              </a:ext>
            </a:extLst>
          </p:cNvPr>
          <p:cNvSpPr>
            <a:spLocks noGrp="1"/>
          </p:cNvSpPr>
          <p:nvPr>
            <p:ph type="title"/>
          </p:nvPr>
        </p:nvSpPr>
        <p:spPr>
          <a:xfrm>
            <a:off x="2013857" y="-250371"/>
            <a:ext cx="9339949" cy="1941063"/>
          </a:xfrm>
        </p:spPr>
        <p:txBody>
          <a:bodyPr/>
          <a:lstStyle/>
          <a:p>
            <a:pPr eaLnBrk="1" hangingPunct="1"/>
            <a:r>
              <a:rPr lang="en-IN" altLang="en-US" sz="3200" b="1" dirty="0">
                <a:latin typeface="Arial" panose="020B0604020202020204" pitchFamily="34" charset="0"/>
                <a:cs typeface="Arial" panose="020B0604020202020204" pitchFamily="34" charset="0"/>
              </a:rPr>
              <a:t> </a:t>
            </a:r>
            <a:r>
              <a:rPr lang="en-IN" altLang="en-US" sz="3200" b="1" dirty="0">
                <a:latin typeface="Times New Roman" panose="02020603050405020304" pitchFamily="18" charset="0"/>
                <a:cs typeface="Times New Roman" panose="02020603050405020304" pitchFamily="18" charset="0"/>
              </a:rPr>
              <a:t>Implementation Steps and Algorithm</a:t>
            </a:r>
            <a:br>
              <a:rPr lang="en-IN" altLang="en-US" sz="2800" b="1" dirty="0">
                <a:latin typeface="Times New Roman" panose="02020603050405020304" pitchFamily="18" charset="0"/>
                <a:cs typeface="Times New Roman" panose="02020603050405020304" pitchFamily="18" charset="0"/>
              </a:rPr>
            </a:br>
            <a:endParaRPr lang="en-IN" altLang="en-US"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2">
            <a:extLst>
              <a:ext uri="{FF2B5EF4-FFF2-40B4-BE49-F238E27FC236}">
                <a16:creationId xmlns:a16="http://schemas.microsoft.com/office/drawing/2014/main" id="{EBE8926C-C952-49EF-8805-5FAAE93DEC17}"/>
              </a:ext>
            </a:extLst>
          </p:cNvPr>
          <p:cNvSpPr txBox="1">
            <a:spLocks noChangeArrowheads="1"/>
          </p:cNvSpPr>
          <p:nvPr/>
        </p:nvSpPr>
        <p:spPr bwMode="auto">
          <a:xfrm>
            <a:off x="718457" y="-87086"/>
            <a:ext cx="10305459" cy="7039748"/>
          </a:xfrm>
          <a:prstGeom prst="rect">
            <a:avLst/>
          </a:prstGeom>
          <a:noFill/>
          <a:ln>
            <a:noFill/>
          </a:ln>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50000"/>
              </a:lnSpc>
              <a:buNone/>
            </a:pPr>
            <a:r>
              <a:rPr lang="en-US" sz="2400" b="1" dirty="0">
                <a:latin typeface="Times New Roman" panose="02020603050405020304" pitchFamily="18" charset="0"/>
                <a:cs typeface="Times New Roman" panose="02020603050405020304" pitchFamily="18" charset="0"/>
              </a:rPr>
              <a:t>ALGORITHM </a:t>
            </a:r>
          </a:p>
          <a:p>
            <a:pPr>
              <a:lnSpc>
                <a:spcPct val="150000"/>
              </a:lnSpc>
            </a:pPr>
            <a:r>
              <a:rPr lang="en-US" sz="1600" b="1" dirty="0">
                <a:latin typeface="Times New Roman" panose="02020603050405020304" pitchFamily="18" charset="0"/>
                <a:cs typeface="Times New Roman" panose="02020603050405020304" pitchFamily="18" charset="0"/>
              </a:rPr>
              <a:t>Step 1:</a:t>
            </a:r>
            <a:r>
              <a:rPr lang="en-US" sz="1600" dirty="0">
                <a:latin typeface="Times New Roman" panose="02020603050405020304" pitchFamily="18" charset="0"/>
                <a:cs typeface="Times New Roman" panose="02020603050405020304" pitchFamily="18" charset="0"/>
              </a:rPr>
              <a:t> Initialize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Start webcam, load face detection model, set cheating score to 0.</a:t>
            </a:r>
          </a:p>
          <a:p>
            <a:pPr>
              <a:lnSpc>
                <a:spcPct val="150000"/>
              </a:lnSpc>
            </a:pPr>
            <a:r>
              <a:rPr lang="en-US" sz="1600" b="1" dirty="0">
                <a:latin typeface="Times New Roman" panose="02020603050405020304" pitchFamily="18" charset="0"/>
                <a:cs typeface="Times New Roman" panose="02020603050405020304" pitchFamily="18" charset="0"/>
              </a:rPr>
              <a:t>Step 2</a:t>
            </a:r>
            <a:r>
              <a:rPr lang="en-US" sz="1600" dirty="0">
                <a:latin typeface="Times New Roman" panose="02020603050405020304" pitchFamily="18" charset="0"/>
                <a:cs typeface="Times New Roman" panose="02020603050405020304" pitchFamily="18" charset="0"/>
              </a:rPr>
              <a:t>: Capture Frame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Read video frame from webcam.</a:t>
            </a:r>
          </a:p>
          <a:p>
            <a:pPr>
              <a:lnSpc>
                <a:spcPct val="150000"/>
              </a:lnSpc>
            </a:pPr>
            <a:r>
              <a:rPr lang="en-US" sz="1600" b="1" dirty="0">
                <a:latin typeface="Times New Roman" panose="02020603050405020304" pitchFamily="18" charset="0"/>
                <a:cs typeface="Times New Roman" panose="02020603050405020304" pitchFamily="18" charset="0"/>
              </a:rPr>
              <a:t>Step 3</a:t>
            </a:r>
            <a:r>
              <a:rPr lang="en-US" sz="1600" dirty="0">
                <a:latin typeface="Times New Roman" panose="02020603050405020304" pitchFamily="18" charset="0"/>
                <a:cs typeface="Times New Roman" panose="02020603050405020304" pitchFamily="18" charset="0"/>
              </a:rPr>
              <a:t>: Detect Faces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Apply model and count detected faces.</a:t>
            </a:r>
          </a:p>
          <a:p>
            <a:pPr>
              <a:lnSpc>
                <a:spcPct val="150000"/>
              </a:lnSpc>
            </a:pPr>
            <a:r>
              <a:rPr lang="en-US" sz="1600" b="1" dirty="0">
                <a:latin typeface="Times New Roman" panose="02020603050405020304" pitchFamily="18" charset="0"/>
                <a:cs typeface="Times New Roman" panose="02020603050405020304" pitchFamily="18" charset="0"/>
              </a:rPr>
              <a:t>Step 4</a:t>
            </a:r>
            <a:r>
              <a:rPr lang="en-US" sz="1600" dirty="0">
                <a:latin typeface="Times New Roman" panose="02020603050405020304" pitchFamily="18" charset="0"/>
                <a:cs typeface="Times New Roman" panose="02020603050405020304" pitchFamily="18" charset="0"/>
              </a:rPr>
              <a:t>: Evaluate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No face or multiple faces → increase cheating score.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Single face → continue monitoring.</a:t>
            </a:r>
          </a:p>
          <a:p>
            <a:pPr>
              <a:lnSpc>
                <a:spcPct val="150000"/>
              </a:lnSpc>
            </a:pPr>
            <a:r>
              <a:rPr lang="en-US" sz="1600" b="1" dirty="0">
                <a:latin typeface="Times New Roman" panose="02020603050405020304" pitchFamily="18" charset="0"/>
                <a:cs typeface="Times New Roman" panose="02020603050405020304" pitchFamily="18" charset="0"/>
              </a:rPr>
              <a:t>Step 5</a:t>
            </a:r>
            <a:r>
              <a:rPr lang="en-US" sz="1600" dirty="0">
                <a:latin typeface="Times New Roman" panose="02020603050405020304" pitchFamily="18" charset="0"/>
                <a:cs typeface="Times New Roman" panose="02020603050405020304" pitchFamily="18" charset="0"/>
              </a:rPr>
              <a:t>: Display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Show monitoring status and cheating score in real time.</a:t>
            </a:r>
          </a:p>
          <a:p>
            <a:pPr>
              <a:lnSpc>
                <a:spcPct val="150000"/>
              </a:lnSpc>
            </a:pPr>
            <a:r>
              <a:rPr lang="en-US" sz="1600" b="1" dirty="0">
                <a:latin typeface="Times New Roman" panose="02020603050405020304" pitchFamily="18" charset="0"/>
                <a:cs typeface="Times New Roman" panose="02020603050405020304" pitchFamily="18" charset="0"/>
              </a:rPr>
              <a:t>Step 6</a:t>
            </a:r>
            <a:r>
              <a:rPr lang="en-US" sz="1600" dirty="0">
                <a:latin typeface="Times New Roman" panose="02020603050405020304" pitchFamily="18" charset="0"/>
                <a:cs typeface="Times New Roman" panose="02020603050405020304" pitchFamily="18" charset="0"/>
              </a:rPr>
              <a:t>: End Exam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On pressing ‘Q’, stop webcam and calculate final verdict.</a:t>
            </a:r>
          </a:p>
          <a:p>
            <a:pPr>
              <a:lnSpc>
                <a:spcPct val="150000"/>
              </a:lnSpc>
            </a:pPr>
            <a:r>
              <a:rPr lang="en-US" sz="1600" b="1" dirty="0">
                <a:latin typeface="Times New Roman" panose="02020603050405020304" pitchFamily="18" charset="0"/>
                <a:cs typeface="Times New Roman" panose="02020603050405020304" pitchFamily="18" charset="0"/>
              </a:rPr>
              <a:t>Step 7:</a:t>
            </a:r>
            <a:r>
              <a:rPr lang="en-US" sz="1600" dirty="0">
                <a:latin typeface="Times New Roman" panose="02020603050405020304" pitchFamily="18" charset="0"/>
                <a:cs typeface="Times New Roman" panose="02020603050405020304" pitchFamily="18" charset="0"/>
              </a:rPr>
              <a:t> Store Result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Save student ID, score, verdict, and timestamp in database.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09E8A9-5632-1366-C666-C158BD990FAB}"/>
              </a:ext>
            </a:extLst>
          </p:cNvPr>
          <p:cNvPicPr>
            <a:picLocks noChangeAspect="1"/>
          </p:cNvPicPr>
          <p:nvPr/>
        </p:nvPicPr>
        <p:blipFill>
          <a:blip r:embed="rId2"/>
          <a:stretch>
            <a:fillRect/>
          </a:stretch>
        </p:blipFill>
        <p:spPr>
          <a:xfrm>
            <a:off x="1158950" y="0"/>
            <a:ext cx="10260418"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
            <a:extLst>
              <a:ext uri="{FF2B5EF4-FFF2-40B4-BE49-F238E27FC236}">
                <a16:creationId xmlns:a16="http://schemas.microsoft.com/office/drawing/2014/main" id="{AF7466B0-6073-C9E9-ED61-D7045C47C756}"/>
              </a:ext>
            </a:extLst>
          </p:cNvPr>
          <p:cNvSpPr txBox="1">
            <a:spLocks noChangeArrowheads="1"/>
          </p:cNvSpPr>
          <p:nvPr/>
        </p:nvSpPr>
        <p:spPr bwMode="auto">
          <a:xfrm>
            <a:off x="2611438" y="587375"/>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3200" b="1" dirty="0">
                <a:latin typeface="Times New Roman" panose="02020603050405020304" pitchFamily="18" charset="0"/>
                <a:cs typeface="Times New Roman" panose="02020603050405020304" pitchFamily="18" charset="0"/>
              </a:rPr>
              <a:t>Implementation</a:t>
            </a:r>
            <a:endParaRPr lang="en-IN" alt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9603E81-56B1-9F36-816D-281AB57C2295}"/>
              </a:ext>
            </a:extLst>
          </p:cNvPr>
          <p:cNvSpPr txBox="1"/>
          <p:nvPr/>
        </p:nvSpPr>
        <p:spPr>
          <a:xfrm>
            <a:off x="544513" y="1479550"/>
            <a:ext cx="10690225" cy="4062651"/>
          </a:xfrm>
          <a:prstGeom prst="rect">
            <a:avLst/>
          </a:prstGeom>
          <a:noFill/>
        </p:spPr>
        <p:txBody>
          <a:bodyPr>
            <a:spAutoFit/>
          </a:bodyPr>
          <a:lstStyle/>
          <a:p>
            <a:pPr>
              <a:defRPr/>
            </a:pPr>
            <a:r>
              <a:rPr lang="en-IN" sz="2400" b="1" dirty="0">
                <a:latin typeface="Times New Roman" panose="02020603050405020304" pitchFamily="18" charset="0"/>
                <a:cs typeface="Times New Roman" panose="02020603050405020304" pitchFamily="18" charset="0"/>
              </a:rPr>
              <a:t>Input:</a:t>
            </a:r>
          </a:p>
          <a:p>
            <a:pPr algn="just">
              <a:lnSpc>
                <a:spcPct val="150000"/>
              </a:lnSpc>
            </a:pPr>
            <a:r>
              <a:rPr lang="en-US" dirty="0">
                <a:latin typeface="Times New Roman" panose="02020603050405020304" pitchFamily="18" charset="0"/>
                <a:cs typeface="Times New Roman" panose="02020603050405020304" pitchFamily="18" charset="0"/>
              </a:rPr>
              <a:t>The system captures live webcam video frames of the student during the examination.</a:t>
            </a:r>
          </a:p>
          <a:p>
            <a:pPr algn="just">
              <a:lnSpc>
                <a:spcPct val="150000"/>
              </a:lnSpc>
            </a:pPr>
            <a:r>
              <a:rPr lang="en-US" dirty="0">
                <a:latin typeface="Times New Roman" panose="02020603050405020304" pitchFamily="18" charset="0"/>
                <a:cs typeface="Times New Roman" panose="02020603050405020304" pitchFamily="18" charset="0"/>
              </a:rPr>
              <a:t>Each frame is represented as an image matrix:</a:t>
            </a:r>
          </a:p>
          <a:p>
            <a:pPr algn="just">
              <a:lnSpc>
                <a:spcPct val="150000"/>
              </a:lnSpc>
            </a:pPr>
            <a:r>
              <a:rPr lang="en-US" dirty="0">
                <a:latin typeface="Times New Roman" panose="02020603050405020304" pitchFamily="18" charset="0"/>
                <a:cs typeface="Times New Roman" panose="02020603050405020304" pitchFamily="18" charset="0"/>
              </a:rPr>
              <a:t>(height × width × channels)</a:t>
            </a:r>
          </a:p>
          <a:p>
            <a:pPr algn="just">
              <a:lnSpc>
                <a:spcPct val="150000"/>
              </a:lnSpc>
            </a:pPr>
            <a:r>
              <a:rPr lang="en-US" dirty="0">
                <a:latin typeface="Times New Roman" panose="02020603050405020304" pitchFamily="18" charset="0"/>
                <a:cs typeface="Times New Roman" panose="02020603050405020304" pitchFamily="18" charset="0"/>
              </a:rPr>
              <a:t>Example:</a:t>
            </a:r>
          </a:p>
          <a:p>
            <a:pPr algn="just">
              <a:lnSpc>
                <a:spcPct val="150000"/>
              </a:lnSpc>
            </a:pPr>
            <a:r>
              <a:rPr lang="en-US" dirty="0">
                <a:latin typeface="Times New Roman" panose="02020603050405020304" pitchFamily="18" charset="0"/>
                <a:cs typeface="Times New Roman" panose="02020603050405020304" pitchFamily="18" charset="0"/>
              </a:rPr>
              <a:t>224 × 224 × 3</a:t>
            </a:r>
          </a:p>
          <a:p>
            <a:pPr algn="just">
              <a:lnSpc>
                <a:spcPct val="150000"/>
              </a:lnSpc>
            </a:pPr>
            <a:r>
              <a:rPr lang="en-US" dirty="0">
                <a:latin typeface="Times New Roman" panose="02020603050405020304" pitchFamily="18" charset="0"/>
                <a:cs typeface="Times New Roman" panose="02020603050405020304" pitchFamily="18" charset="0"/>
              </a:rPr>
              <a:t>Where the three channels represent </a:t>
            </a:r>
            <a:r>
              <a:rPr lang="en-US" b="1" dirty="0">
                <a:latin typeface="Times New Roman" panose="02020603050405020304" pitchFamily="18" charset="0"/>
                <a:cs typeface="Times New Roman" panose="02020603050405020304" pitchFamily="18" charset="0"/>
              </a:rPr>
              <a:t>RGB color values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These frames are processed to detect faces and analyze student behavior.</a:t>
            </a:r>
          </a:p>
          <a:p>
            <a:pPr>
              <a:lnSpc>
                <a:spcPct val="150000"/>
              </a:lnSpc>
              <a:defRPr/>
            </a:pPr>
            <a:endParaRPr lang="en-IN" b="1" dirty="0">
              <a:latin typeface="Times New Roman" panose="02020603050405020304" pitchFamily="18" charset="0"/>
              <a:cs typeface="Times New Roman" panose="02020603050405020304" pitchFamily="18" charset="0"/>
            </a:endParaRPr>
          </a:p>
          <a:p>
            <a:pPr>
              <a:defRPr/>
            </a:pP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4">
            <a:extLst>
              <a:ext uri="{FF2B5EF4-FFF2-40B4-BE49-F238E27FC236}">
                <a16:creationId xmlns:a16="http://schemas.microsoft.com/office/drawing/2014/main" id="{BEA25D22-419E-9DB4-0E55-18137B0931E0}"/>
              </a:ext>
            </a:extLst>
          </p:cNvPr>
          <p:cNvSpPr txBox="1">
            <a:spLocks noChangeArrowheads="1"/>
          </p:cNvSpPr>
          <p:nvPr/>
        </p:nvSpPr>
        <p:spPr bwMode="auto">
          <a:xfrm>
            <a:off x="715963" y="771525"/>
            <a:ext cx="10983912"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en-US" sz="3200" b="1" dirty="0">
                <a:latin typeface="Times New Roman" panose="02020603050405020304" pitchFamily="18" charset="0"/>
                <a:cs typeface="Times New Roman" panose="02020603050405020304" pitchFamily="18" charset="0"/>
              </a:rPr>
              <a:t>Face Detection Process</a:t>
            </a:r>
          </a:p>
          <a:p>
            <a:pPr>
              <a:lnSpc>
                <a:spcPct val="150000"/>
              </a:lnSpc>
            </a:pPr>
            <a:endParaRPr lang="en-US" sz="1000" b="1"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 frame from webcam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face detection model</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number of faces in the frame</a:t>
            </a:r>
          </a:p>
          <a:p>
            <a:pPr>
              <a:lnSpc>
                <a:spcPct val="150000"/>
              </a:lnSpc>
            </a:pPr>
            <a:r>
              <a:rPr lang="en-US" b="1" dirty="0">
                <a:latin typeface="Times New Roman" panose="02020603050405020304" pitchFamily="18" charset="0"/>
                <a:cs typeface="Times New Roman" panose="02020603050405020304" pitchFamily="18" charset="0"/>
              </a:rPr>
              <a:t>Decision rules: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0 faces → cheating detection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 face → normal monitoring</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 than 1 face → cheating detection</a:t>
            </a:r>
          </a:p>
          <a:p>
            <a:pPr>
              <a:buFont typeface="Arial" panose="020B0604020202020204" pitchFamily="34" charset="0"/>
              <a:buChar char="•"/>
            </a:pPr>
            <a:endParaRPr lang="en-I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
            <a:extLst>
              <a:ext uri="{FF2B5EF4-FFF2-40B4-BE49-F238E27FC236}">
                <a16:creationId xmlns:a16="http://schemas.microsoft.com/office/drawing/2014/main" id="{9C905D84-E654-89D0-4F0A-9BB90BF9540B}"/>
              </a:ext>
            </a:extLst>
          </p:cNvPr>
          <p:cNvSpPr txBox="1">
            <a:spLocks noChangeArrowheads="1"/>
          </p:cNvSpPr>
          <p:nvPr/>
        </p:nvSpPr>
        <p:spPr bwMode="auto">
          <a:xfrm>
            <a:off x="805542" y="365127"/>
            <a:ext cx="9560833"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en-US" sz="3600" b="1" dirty="0">
                <a:latin typeface="Times New Roman" panose="02020603050405020304" pitchFamily="18" charset="0"/>
                <a:cs typeface="Times New Roman" panose="02020603050405020304" pitchFamily="18" charset="0"/>
              </a:rPr>
              <a:t>Behavior Detection</a:t>
            </a:r>
          </a:p>
          <a:p>
            <a:pPr>
              <a:lnSpc>
                <a:spcPct val="150000"/>
              </a:lnSpc>
            </a:pPr>
            <a:r>
              <a:rPr lang="en-US" dirty="0">
                <a:latin typeface="Times New Roman" panose="02020603050405020304" pitchFamily="18" charset="0"/>
                <a:cs typeface="Times New Roman" panose="02020603050405020304" pitchFamily="18" charset="0"/>
              </a:rPr>
              <a:t>The system checks whether the student is looking away from the screen.</a:t>
            </a:r>
          </a:p>
          <a:p>
            <a:pPr>
              <a:lnSpc>
                <a:spcPct val="150000"/>
              </a:lnSpc>
            </a:pPr>
            <a:r>
              <a:rPr lang="en-US" dirty="0">
                <a:latin typeface="Times New Roman" panose="02020603050405020304" pitchFamily="18" charset="0"/>
                <a:cs typeface="Times New Roman" panose="02020603050405020304" pitchFamily="18" charset="0"/>
              </a:rPr>
              <a:t>If the detected face center is far from the frame center, the system considers it suspicious behavior.</a:t>
            </a:r>
          </a:p>
          <a:p>
            <a:pPr>
              <a:lnSpc>
                <a:spcPct val="150000"/>
              </a:lnSpc>
            </a:pPr>
            <a:r>
              <a:rPr lang="en-US" sz="2400" b="1" dirty="0">
                <a:latin typeface="Times New Roman" panose="02020603050405020304" pitchFamily="18" charset="0"/>
                <a:cs typeface="Times New Roman" panose="02020603050405020304" pitchFamily="18" charset="0"/>
              </a:rPr>
              <a:t>Examples:</a:t>
            </a:r>
          </a:p>
          <a:p>
            <a:pPr>
              <a:lnSpc>
                <a:spcPct val="150000"/>
              </a:lnSpc>
            </a:pPr>
            <a:endParaRPr lang="en-US" sz="2400" b="1" dirty="0">
              <a:latin typeface="Times New Roman" panose="02020603050405020304" pitchFamily="18" charset="0"/>
              <a:cs typeface="Times New Roman" panose="02020603050405020304" pitchFamily="18" charset="0"/>
            </a:endParaRPr>
          </a:p>
          <a:p>
            <a:endParaRPr lang="en-IN" altLang="en-US" sz="2400" dirty="0">
              <a:latin typeface="Arial" panose="020B0604020202020204" pitchFamily="34" charset="0"/>
              <a:cs typeface="Arial" panose="020B0604020202020204" pitchFamily="34" charset="0"/>
            </a:endParaRPr>
          </a:p>
        </p:txBody>
      </p:sp>
      <p:sp>
        <p:nvSpPr>
          <p:cNvPr id="29713" name="TextBox 6">
            <a:extLst>
              <a:ext uri="{FF2B5EF4-FFF2-40B4-BE49-F238E27FC236}">
                <a16:creationId xmlns:a16="http://schemas.microsoft.com/office/drawing/2014/main" id="{51551008-7DB8-5FDC-3995-E51A05195BE2}"/>
              </a:ext>
            </a:extLst>
          </p:cNvPr>
          <p:cNvSpPr txBox="1">
            <a:spLocks noChangeArrowheads="1"/>
          </p:cNvSpPr>
          <p:nvPr/>
        </p:nvSpPr>
        <p:spPr bwMode="auto">
          <a:xfrm>
            <a:off x="6411913" y="2886075"/>
            <a:ext cx="152082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29714" name="TextBox 7">
            <a:extLst>
              <a:ext uri="{FF2B5EF4-FFF2-40B4-BE49-F238E27FC236}">
                <a16:creationId xmlns:a16="http://schemas.microsoft.com/office/drawing/2014/main" id="{808DC164-365E-92D8-F6BC-524CD2F76419}"/>
              </a:ext>
            </a:extLst>
          </p:cNvPr>
          <p:cNvSpPr txBox="1">
            <a:spLocks noChangeArrowheads="1"/>
          </p:cNvSpPr>
          <p:nvPr/>
        </p:nvSpPr>
        <p:spPr bwMode="auto">
          <a:xfrm>
            <a:off x="6564313" y="3038475"/>
            <a:ext cx="152082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pic>
        <p:nvPicPr>
          <p:cNvPr id="5" name="Picture 4">
            <a:extLst>
              <a:ext uri="{FF2B5EF4-FFF2-40B4-BE49-F238E27FC236}">
                <a16:creationId xmlns:a16="http://schemas.microsoft.com/office/drawing/2014/main" id="{AECB2E22-A579-768A-F23F-7C77025C4731}"/>
              </a:ext>
            </a:extLst>
          </p:cNvPr>
          <p:cNvPicPr>
            <a:picLocks noChangeAspect="1"/>
          </p:cNvPicPr>
          <p:nvPr/>
        </p:nvPicPr>
        <p:blipFill>
          <a:blip r:embed="rId2"/>
          <a:srcRect l="2453" t="9169" r="2220" b="6972"/>
          <a:stretch>
            <a:fillRect/>
          </a:stretch>
        </p:blipFill>
        <p:spPr>
          <a:xfrm>
            <a:off x="674913" y="2623457"/>
            <a:ext cx="8958943" cy="414745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2">
            <a:extLst>
              <a:ext uri="{FF2B5EF4-FFF2-40B4-BE49-F238E27FC236}">
                <a16:creationId xmlns:a16="http://schemas.microsoft.com/office/drawing/2014/main" id="{31F6F87A-20C0-A141-D883-98F2F0781CA3}"/>
              </a:ext>
            </a:extLst>
          </p:cNvPr>
          <p:cNvSpPr txBox="1">
            <a:spLocks noChangeArrowheads="1"/>
          </p:cNvSpPr>
          <p:nvPr/>
        </p:nvSpPr>
        <p:spPr bwMode="auto">
          <a:xfrm>
            <a:off x="827315" y="108858"/>
            <a:ext cx="6466114"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200" b="1" dirty="0">
                <a:latin typeface="Arial" panose="020B0604020202020204" pitchFamily="34" charset="0"/>
                <a:cs typeface="Arial" panose="020B0604020202020204" pitchFamily="34" charset="0"/>
              </a:rPr>
              <a:t>Implementation(Pseudo Code)</a:t>
            </a:r>
          </a:p>
          <a:p>
            <a:endParaRPr lang="en-IN" altLang="en-US" sz="4400" b="1" dirty="0">
              <a:latin typeface="Arial" panose="020B0604020202020204" pitchFamily="34" charset="0"/>
              <a:cs typeface="Arial" panose="020B0604020202020204" pitchFamily="34" charset="0"/>
            </a:endParaRPr>
          </a:p>
          <a:p>
            <a:r>
              <a:rPr lang="en-IN" altLang="en-US" dirty="0">
                <a:latin typeface="Times New Roman" panose="02020603050405020304" pitchFamily="18" charset="0"/>
                <a:cs typeface="Times New Roman" panose="02020603050405020304" pitchFamily="18" charset="0"/>
              </a:rPr>
              <a:t>Initialize webcam</a:t>
            </a:r>
          </a:p>
          <a:p>
            <a:r>
              <a:rPr lang="en-IN" altLang="en-US" dirty="0">
                <a:latin typeface="Times New Roman" panose="02020603050405020304" pitchFamily="18" charset="0"/>
                <a:cs typeface="Times New Roman" panose="02020603050405020304" pitchFamily="18" charset="0"/>
              </a:rPr>
              <a:t>Load face detection model</a:t>
            </a:r>
          </a:p>
          <a:p>
            <a:r>
              <a:rPr lang="en-IN" altLang="en-US" dirty="0" err="1">
                <a:latin typeface="Times New Roman" panose="02020603050405020304" pitchFamily="18" charset="0"/>
                <a:cs typeface="Times New Roman" panose="02020603050405020304" pitchFamily="18" charset="0"/>
              </a:rPr>
              <a:t>cheating_score</a:t>
            </a:r>
            <a:r>
              <a:rPr lang="en-IN" altLang="en-US" dirty="0">
                <a:latin typeface="Times New Roman" panose="02020603050405020304" pitchFamily="18" charset="0"/>
                <a:cs typeface="Times New Roman" panose="02020603050405020304" pitchFamily="18" charset="0"/>
              </a:rPr>
              <a:t> = 0</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while </a:t>
            </a:r>
            <a:r>
              <a:rPr lang="en-IN" altLang="en-US" dirty="0" err="1">
                <a:latin typeface="Times New Roman" panose="02020603050405020304" pitchFamily="18" charset="0"/>
                <a:cs typeface="Times New Roman" panose="02020603050405020304" pitchFamily="18" charset="0"/>
              </a:rPr>
              <a:t>exam_running</a:t>
            </a:r>
            <a:r>
              <a:rPr lang="en-IN" altLang="en-US" dirty="0">
                <a:latin typeface="Times New Roman" panose="02020603050405020304" pitchFamily="18" charset="0"/>
                <a:cs typeface="Times New Roman" panose="02020603050405020304" pitchFamily="18" charset="0"/>
              </a:rPr>
              <a:t>:</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    capture frame from webcam</a:t>
            </a:r>
          </a:p>
          <a:p>
            <a:r>
              <a:rPr lang="en-IN" altLang="en-US" dirty="0">
                <a:latin typeface="Times New Roman" panose="02020603050405020304" pitchFamily="18" charset="0"/>
                <a:cs typeface="Times New Roman" panose="02020603050405020304" pitchFamily="18" charset="0"/>
              </a:rPr>
              <a:t>    detect faces in frame</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    if no face detected:</a:t>
            </a:r>
          </a:p>
          <a:p>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cheating_score</a:t>
            </a:r>
            <a:r>
              <a:rPr lang="en-IN" altLang="en-US" dirty="0">
                <a:latin typeface="Times New Roman" panose="02020603050405020304" pitchFamily="18" charset="0"/>
                <a:cs typeface="Times New Roman" panose="02020603050405020304" pitchFamily="18" charset="0"/>
              </a:rPr>
              <a:t> += 1</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elif</a:t>
            </a:r>
            <a:r>
              <a:rPr lang="en-IN" altLang="en-US" dirty="0">
                <a:latin typeface="Times New Roman" panose="02020603050405020304" pitchFamily="18" charset="0"/>
                <a:cs typeface="Times New Roman" panose="02020603050405020304" pitchFamily="18" charset="0"/>
              </a:rPr>
              <a:t> multiple faces detected:</a:t>
            </a:r>
          </a:p>
          <a:p>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cheating_score</a:t>
            </a:r>
            <a:r>
              <a:rPr lang="en-IN" altLang="en-US" dirty="0">
                <a:latin typeface="Times New Roman" panose="02020603050405020304" pitchFamily="18" charset="0"/>
                <a:cs typeface="Times New Roman" panose="02020603050405020304" pitchFamily="18" charset="0"/>
              </a:rPr>
              <a:t> += 5</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    else:</a:t>
            </a:r>
          </a:p>
          <a:p>
            <a:r>
              <a:rPr lang="en-IN" altLang="en-US" dirty="0">
                <a:latin typeface="Times New Roman" panose="02020603050405020304" pitchFamily="18" charset="0"/>
                <a:cs typeface="Times New Roman" panose="02020603050405020304" pitchFamily="18" charset="0"/>
              </a:rPr>
              <a:t>        check face position</a:t>
            </a:r>
            <a:endParaRPr lang="en-IN" alt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A6FF642-7E4D-34CE-644B-D2109A3F4FD1}"/>
              </a:ext>
            </a:extLst>
          </p:cNvPr>
          <p:cNvSpPr txBox="1"/>
          <p:nvPr/>
        </p:nvSpPr>
        <p:spPr>
          <a:xfrm>
            <a:off x="6651172" y="1284514"/>
            <a:ext cx="4376058" cy="2308324"/>
          </a:xfrm>
          <a:prstGeom prst="rect">
            <a:avLst/>
          </a:prstGeom>
          <a:noFill/>
        </p:spPr>
        <p:txBody>
          <a:bodyPr wrap="square">
            <a:spAutoFit/>
          </a:bodyPr>
          <a:lstStyle/>
          <a:p>
            <a:r>
              <a:rPr lang="en-IN" altLang="en-US" dirty="0">
                <a:latin typeface="Times New Roman" panose="02020603050405020304" pitchFamily="18" charset="0"/>
                <a:cs typeface="Times New Roman" panose="02020603050405020304" pitchFamily="18" charset="0"/>
              </a:rPr>
              <a:t>if looking away:</a:t>
            </a:r>
          </a:p>
          <a:p>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cheating_score</a:t>
            </a:r>
            <a:r>
              <a:rPr lang="en-IN" altLang="en-US" dirty="0">
                <a:latin typeface="Times New Roman" panose="02020603050405020304" pitchFamily="18" charset="0"/>
                <a:cs typeface="Times New Roman" panose="02020603050405020304" pitchFamily="18" charset="0"/>
              </a:rPr>
              <a:t> += 2</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display cheating score</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if exam ends:</a:t>
            </a:r>
          </a:p>
          <a:p>
            <a:r>
              <a:rPr lang="en-IN" altLang="en-US" dirty="0">
                <a:latin typeface="Times New Roman" panose="02020603050405020304" pitchFamily="18" charset="0"/>
                <a:cs typeface="Times New Roman" panose="02020603050405020304" pitchFamily="18" charset="0"/>
              </a:rPr>
              <a:t>    calculate final verdict</a:t>
            </a:r>
          </a:p>
          <a:p>
            <a:r>
              <a:rPr lang="en-IN" altLang="en-US" dirty="0">
                <a:latin typeface="Times New Roman" panose="02020603050405020304" pitchFamily="18" charset="0"/>
                <a:cs typeface="Times New Roman" panose="02020603050405020304" pitchFamily="18" charset="0"/>
              </a:rPr>
              <a:t>    store result in SQLite database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72" name="TextBox 2">
            <a:extLst>
              <a:ext uri="{FF2B5EF4-FFF2-40B4-BE49-F238E27FC236}">
                <a16:creationId xmlns:a16="http://schemas.microsoft.com/office/drawing/2014/main" id="{93FC927B-A903-81A6-FE2D-6AB9556D4503}"/>
              </a:ext>
            </a:extLst>
          </p:cNvPr>
          <p:cNvSpPr txBox="1">
            <a:spLocks noChangeArrowheads="1"/>
          </p:cNvSpPr>
          <p:nvPr/>
        </p:nvSpPr>
        <p:spPr bwMode="auto">
          <a:xfrm>
            <a:off x="2897188" y="198438"/>
            <a:ext cx="5629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200" b="1" dirty="0">
                <a:latin typeface="Arial" panose="020B0604020202020204" pitchFamily="34" charset="0"/>
                <a:cs typeface="Arial" panose="020B0604020202020204" pitchFamily="34" charset="0"/>
              </a:rPr>
              <a:t>Test Cases:</a:t>
            </a:r>
          </a:p>
        </p:txBody>
      </p:sp>
      <p:pic>
        <p:nvPicPr>
          <p:cNvPr id="3" name="Picture 2">
            <a:extLst>
              <a:ext uri="{FF2B5EF4-FFF2-40B4-BE49-F238E27FC236}">
                <a16:creationId xmlns:a16="http://schemas.microsoft.com/office/drawing/2014/main" id="{9C4E1083-AA7C-4DB9-36EF-1DF4D70799CC}"/>
              </a:ext>
            </a:extLst>
          </p:cNvPr>
          <p:cNvPicPr>
            <a:picLocks noChangeAspect="1"/>
          </p:cNvPicPr>
          <p:nvPr/>
        </p:nvPicPr>
        <p:blipFill>
          <a:blip r:embed="rId2"/>
          <a:srcRect l="5318" t="13005" r="4433" b="12565"/>
          <a:stretch>
            <a:fillRect/>
          </a:stretch>
        </p:blipFill>
        <p:spPr>
          <a:xfrm>
            <a:off x="642257" y="925286"/>
            <a:ext cx="11092543" cy="56496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3437CD9-CB32-028E-500B-72DB0218C671}"/>
              </a:ext>
            </a:extLst>
          </p:cNvPr>
          <p:cNvSpPr txBox="1"/>
          <p:nvPr/>
        </p:nvSpPr>
        <p:spPr>
          <a:xfrm>
            <a:off x="2731626" y="210531"/>
            <a:ext cx="5129832"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Final Output</a:t>
            </a:r>
            <a:endParaRPr lang="en-IN" sz="3200" b="1" dirty="0">
              <a:latin typeface="Times New Roman" panose="02020603050405020304" pitchFamily="18" charset="0"/>
              <a:cs typeface="Times New Roman" panose="02020603050405020304" pitchFamily="18" charset="0"/>
            </a:endParaRPr>
          </a:p>
        </p:txBody>
      </p:sp>
      <p:sp>
        <p:nvSpPr>
          <p:cNvPr id="10" name="AutoShape 9">
            <a:extLst>
              <a:ext uri="{FF2B5EF4-FFF2-40B4-BE49-F238E27FC236}">
                <a16:creationId xmlns:a16="http://schemas.microsoft.com/office/drawing/2014/main" id="{D4D7899B-9877-5513-F0E3-45A32C2CFF61}"/>
              </a:ext>
            </a:extLst>
          </p:cNvPr>
          <p:cNvSpPr>
            <a:spLocks noChangeAspect="1" noChangeArrowheads="1"/>
          </p:cNvSpPr>
          <p:nvPr/>
        </p:nvSpPr>
        <p:spPr bwMode="auto">
          <a:xfrm>
            <a:off x="5943604" y="327660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2" tIns="45720" rIns="91442" bIns="45720" numCol="1" anchor="t" anchorCtr="0" compatLnSpc="1">
            <a:prstTxWarp prst="textNoShape">
              <a:avLst/>
            </a:prstTxWarp>
          </a:bodyPr>
          <a:lstStyle/>
          <a:p>
            <a:endParaRPr lang="en-IN"/>
          </a:p>
        </p:txBody>
      </p:sp>
      <p:sp>
        <p:nvSpPr>
          <p:cNvPr id="12" name="AutoShape 11">
            <a:extLst>
              <a:ext uri="{FF2B5EF4-FFF2-40B4-BE49-F238E27FC236}">
                <a16:creationId xmlns:a16="http://schemas.microsoft.com/office/drawing/2014/main" id="{A8C26F76-C834-3192-B400-661EE81C0EC8}"/>
              </a:ext>
            </a:extLst>
          </p:cNvPr>
          <p:cNvSpPr>
            <a:spLocks noChangeAspect="1" noChangeArrowheads="1"/>
          </p:cNvSpPr>
          <p:nvPr/>
        </p:nvSpPr>
        <p:spPr bwMode="auto">
          <a:xfrm>
            <a:off x="6096003" y="342900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2" tIns="45720" rIns="91442"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26523E23-4E80-C6CB-0996-6CB302FF6D7B}"/>
              </a:ext>
            </a:extLst>
          </p:cNvPr>
          <p:cNvPicPr>
            <a:picLocks noChangeAspect="1"/>
          </p:cNvPicPr>
          <p:nvPr/>
        </p:nvPicPr>
        <p:blipFill>
          <a:blip r:embed="rId2"/>
          <a:stretch>
            <a:fillRect/>
          </a:stretch>
        </p:blipFill>
        <p:spPr>
          <a:xfrm>
            <a:off x="1412111" y="871506"/>
            <a:ext cx="8692588" cy="588810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06" y="775858"/>
            <a:ext cx="6114472" cy="520930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3862" y="775858"/>
            <a:ext cx="5588001" cy="5209309"/>
          </a:xfrm>
          <a:prstGeom prst="rect">
            <a:avLst/>
          </a:prstGeom>
        </p:spPr>
      </p:pic>
    </p:spTree>
    <p:extLst>
      <p:ext uri="{BB962C8B-B14F-4D97-AF65-F5344CB8AC3E}">
        <p14:creationId xmlns:p14="http://schemas.microsoft.com/office/powerpoint/2010/main" val="2329718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96477F-DD96-10BF-770C-3A669995A6F5}"/>
              </a:ext>
            </a:extLst>
          </p:cNvPr>
          <p:cNvPicPr>
            <a:picLocks noChangeAspect="1"/>
          </p:cNvPicPr>
          <p:nvPr/>
        </p:nvPicPr>
        <p:blipFill>
          <a:blip r:embed="rId2"/>
          <a:stretch>
            <a:fillRect/>
          </a:stretch>
        </p:blipFill>
        <p:spPr>
          <a:xfrm>
            <a:off x="2130208" y="2865071"/>
            <a:ext cx="7931583" cy="1127858"/>
          </a:xfrm>
          <a:prstGeom prst="rect">
            <a:avLst/>
          </a:prstGeom>
        </p:spPr>
      </p:pic>
      <p:sp>
        <p:nvSpPr>
          <p:cNvPr id="3" name="TextBox 2">
            <a:extLst>
              <a:ext uri="{FF2B5EF4-FFF2-40B4-BE49-F238E27FC236}">
                <a16:creationId xmlns:a16="http://schemas.microsoft.com/office/drawing/2014/main" id="{C004779A-E060-07FA-856E-540006E82B75}"/>
              </a:ext>
            </a:extLst>
          </p:cNvPr>
          <p:cNvSpPr txBox="1">
            <a:spLocks noChangeArrowheads="1"/>
          </p:cNvSpPr>
          <p:nvPr/>
        </p:nvSpPr>
        <p:spPr bwMode="auto">
          <a:xfrm>
            <a:off x="762000" y="740229"/>
            <a:ext cx="10678886" cy="60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en-US" sz="3200" b="1" dirty="0">
                <a:latin typeface="Times New Roman" panose="02020603050405020304" pitchFamily="18" charset="0"/>
                <a:cs typeface="Times New Roman" panose="02020603050405020304" pitchFamily="18" charset="0"/>
              </a:rPr>
              <a:t>Pre-trained Model</a:t>
            </a:r>
          </a:p>
          <a:p>
            <a:pPr>
              <a:lnSpc>
                <a:spcPct val="150000"/>
              </a:lnSpc>
            </a:pPr>
            <a:endParaRPr lang="en-US" sz="1000"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The system uses a </a:t>
            </a:r>
            <a:r>
              <a:rPr lang="en-US" b="1" dirty="0">
                <a:latin typeface="Times New Roman" panose="02020603050405020304" pitchFamily="18" charset="0"/>
                <a:cs typeface="Times New Roman" panose="02020603050405020304" pitchFamily="18" charset="0"/>
              </a:rPr>
              <a:t>pre-trained face detection model</a:t>
            </a:r>
            <a:r>
              <a:rPr lang="en-US" dirty="0">
                <a:latin typeface="Times New Roman" panose="02020603050405020304" pitchFamily="18" charset="0"/>
                <a:cs typeface="Times New Roman" panose="02020603050405020304" pitchFamily="18" charset="0"/>
              </a:rPr>
              <a:t> provided by computer vision libraries such as OpenCV.</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model is trained on large datasets and can accurately detect human faces in images and video streams.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During the examination, the system captures webcam frames and applies the face detection model to identify the presence of faces.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Based on the detected faces and their positions, the system analyzes student behavior and calculates a cheating score.</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Using a pre-trained model eliminates the need for training a new dataset and allows the system to perform real-time monitoring efficiently.</a:t>
            </a:r>
          </a:p>
          <a:p>
            <a:pPr algn="just" eaLnBrk="1" hangingPunct="1">
              <a:lnSpc>
                <a:spcPct val="150000"/>
              </a:lnSpc>
            </a:pPr>
            <a:endParaRPr lang="en-IN" altLang="en-US" sz="1600" dirty="0">
              <a:latin typeface="Times New Roman" panose="02020603050405020304" pitchFamily="18" charset="0"/>
              <a:cs typeface="Times New Roman" panose="02020603050405020304" pitchFamily="18" charset="0"/>
            </a:endParaRPr>
          </a:p>
          <a:p>
            <a:pPr algn="just" eaLnBrk="1" hangingPunct="1">
              <a:lnSpc>
                <a:spcPct val="150000"/>
              </a:lnSpc>
            </a:pPr>
            <a:endParaRPr lang="en-IN"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AE2CB6D-6C0D-3B8A-6446-9A0606DF0F35}"/>
              </a:ext>
            </a:extLst>
          </p:cNvPr>
          <p:cNvSpPr>
            <a:spLocks noGrp="1"/>
          </p:cNvSpPr>
          <p:nvPr>
            <p:ph type="ctrTitle"/>
          </p:nvPr>
        </p:nvSpPr>
        <p:spPr>
          <a:xfrm>
            <a:off x="4271375" y="639609"/>
            <a:ext cx="5914854" cy="763306"/>
          </a:xfrm>
        </p:spPr>
        <p:txBody>
          <a:bodyPr/>
          <a:lstStyle/>
          <a:p>
            <a:pPr algn="l" eaLnBrk="1" hangingPunct="1"/>
            <a:r>
              <a:rPr lang="en-IN" altLang="en-US" sz="3200" b="1" dirty="0">
                <a:latin typeface="Times New Roman" panose="02020603050405020304" pitchFamily="18" charset="0"/>
                <a:cs typeface="Times New Roman" panose="02020603050405020304" pitchFamily="18" charset="0"/>
              </a:rPr>
              <a:t>Conclusion</a:t>
            </a:r>
          </a:p>
        </p:txBody>
      </p:sp>
      <p:sp>
        <p:nvSpPr>
          <p:cNvPr id="35843" name="Subtitle 2">
            <a:extLst>
              <a:ext uri="{FF2B5EF4-FFF2-40B4-BE49-F238E27FC236}">
                <a16:creationId xmlns:a16="http://schemas.microsoft.com/office/drawing/2014/main" id="{F5AAB824-D8F1-DD9F-015D-5B138373CFAE}"/>
              </a:ext>
            </a:extLst>
          </p:cNvPr>
          <p:cNvSpPr>
            <a:spLocks noGrp="1"/>
          </p:cNvSpPr>
          <p:nvPr>
            <p:ph type="subTitle" idx="1"/>
          </p:nvPr>
        </p:nvSpPr>
        <p:spPr>
          <a:xfrm>
            <a:off x="1219200" y="1524000"/>
            <a:ext cx="9448800" cy="4563649"/>
          </a:xfrm>
        </p:spPr>
        <p:txBody>
          <a:bodyPr>
            <a:noAutofit/>
          </a:bodyPr>
          <a:lstStyle/>
          <a:p>
            <a:pPr marL="342962" indent="-342962"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AI-Based Intelligent Online Exam Proctoring System provides an automated solution for monitoring students during online examinations.Using computer vision techniques, the system detects faces and identifies suspicious activities such as absence of face, multiple faces, or looking away from the screen.</a:t>
            </a:r>
          </a:p>
          <a:p>
            <a:pPr marL="342962" indent="-342962"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system calculates a cheating score and stores the results in a database, allowing proctors to review exam sessions through a </a:t>
            </a:r>
            <a:r>
              <a:rPr lang="en-US" altLang="en-US" sz="1800" dirty="0" err="1">
                <a:latin typeface="Times New Roman" panose="02020603050405020304" pitchFamily="18" charset="0"/>
                <a:cs typeface="Times New Roman" panose="02020603050405020304" pitchFamily="18" charset="0"/>
              </a:rPr>
              <a:t>dashboard.This</a:t>
            </a:r>
            <a:r>
              <a:rPr lang="en-US" altLang="en-US" sz="1800" dirty="0">
                <a:latin typeface="Times New Roman" panose="02020603050405020304" pitchFamily="18" charset="0"/>
                <a:cs typeface="Times New Roman" panose="02020603050405020304" pitchFamily="18" charset="0"/>
              </a:rPr>
              <a:t> approach reduces human effort and improves the reliability and fairness of online examinations.</a:t>
            </a:r>
            <a:endParaRPr lang="en-I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a:extLst>
              <a:ext uri="{FF2B5EF4-FFF2-40B4-BE49-F238E27FC236}">
                <a16:creationId xmlns:a16="http://schemas.microsoft.com/office/drawing/2014/main" id="{B82D4F96-BF19-46FC-AA6C-9FA9A94CF4B7}"/>
              </a:ext>
            </a:extLst>
          </p:cNvPr>
          <p:cNvSpPr txBox="1">
            <a:spLocks noChangeArrowheads="1"/>
          </p:cNvSpPr>
          <p:nvPr/>
        </p:nvSpPr>
        <p:spPr bwMode="auto">
          <a:xfrm>
            <a:off x="685800" y="664029"/>
            <a:ext cx="7728858" cy="398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3200" b="1" dirty="0">
                <a:latin typeface="Times New Roman" panose="02020603050405020304" pitchFamily="18" charset="0"/>
                <a:cs typeface="Times New Roman" panose="02020603050405020304" pitchFamily="18" charset="0"/>
              </a:rPr>
              <a:t>Future Scope</a:t>
            </a:r>
          </a:p>
          <a:p>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can be enhanced in the future by integrating more advanced technologies such as: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Eye movement tracking for better attention monitoring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Head pose estimation for improved behavior analysis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Audio monitoring to detect suspicious conversations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 detection to identify unauthorized materials like phones or books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Cloud deployment for large-scale online examination systems</a:t>
            </a:r>
          </a:p>
          <a:p>
            <a:pPr algn="just"/>
            <a:endParaRPr lang="en-IN" altLang="en-US" sz="1600" b="1" dirty="0">
              <a:latin typeface="Arial" panose="020B0604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8607DCA-B1CA-13C6-5C7E-3FDD6F046FDB}"/>
              </a:ext>
            </a:extLst>
          </p:cNvPr>
          <p:cNvSpPr>
            <a:spLocks noGrp="1"/>
          </p:cNvSpPr>
          <p:nvPr>
            <p:ph type="ctrTitle"/>
          </p:nvPr>
        </p:nvSpPr>
        <p:spPr>
          <a:xfrm>
            <a:off x="-261257" y="339728"/>
            <a:ext cx="10654627" cy="782638"/>
          </a:xfrm>
        </p:spPr>
        <p:txBody>
          <a:bodyPr/>
          <a:lstStyle/>
          <a:p>
            <a:pPr eaLnBrk="1" hangingPunct="1"/>
            <a:r>
              <a:rPr lang="en-IN" altLang="en-US" sz="3200" b="1" dirty="0">
                <a:latin typeface="Times New Roman" panose="02020603050405020304" pitchFamily="18" charset="0"/>
                <a:cs typeface="Times New Roman" panose="02020603050405020304" pitchFamily="18" charset="0"/>
              </a:rPr>
              <a:t>References</a:t>
            </a:r>
            <a:endParaRPr lang="en-IN" altLang="en-US" sz="3200" dirty="0">
              <a:latin typeface="Times New Roman" panose="02020603050405020304" pitchFamily="18" charset="0"/>
              <a:cs typeface="Times New Roman" panose="02020603050405020304" pitchFamily="18" charset="0"/>
            </a:endParaRPr>
          </a:p>
        </p:txBody>
      </p:sp>
      <p:sp>
        <p:nvSpPr>
          <p:cNvPr id="16387" name="Subtitle 2">
            <a:extLst>
              <a:ext uri="{FF2B5EF4-FFF2-40B4-BE49-F238E27FC236}">
                <a16:creationId xmlns:a16="http://schemas.microsoft.com/office/drawing/2014/main" id="{C12FF211-8473-CD38-3584-7B72948DE6CB}"/>
              </a:ext>
            </a:extLst>
          </p:cNvPr>
          <p:cNvSpPr>
            <a:spLocks noGrp="1"/>
          </p:cNvSpPr>
          <p:nvPr>
            <p:ph type="subTitle" idx="1"/>
          </p:nvPr>
        </p:nvSpPr>
        <p:spPr>
          <a:xfrm>
            <a:off x="511182" y="1415441"/>
            <a:ext cx="10530198" cy="4226535"/>
          </a:xfrm>
        </p:spPr>
        <p:txBody>
          <a:bodyPr/>
          <a:lstStyle/>
          <a:p>
            <a:pPr algn="l">
              <a:lnSpc>
                <a:spcPct val="150000"/>
              </a:lnSpc>
            </a:pPr>
            <a:r>
              <a:rPr lang="en-IN" altLang="en-US" sz="1800" dirty="0">
                <a:latin typeface="Times New Roman" panose="02020603050405020304" pitchFamily="18" charset="0"/>
                <a:cs typeface="Times New Roman" panose="02020603050405020304" pitchFamily="18" charset="0"/>
              </a:rPr>
              <a:t>[1] P. Viola, M. Jones, “Rapid Object Detection using a Boosted Cascade of Simple Features,” IEEE Conference on Computer Vision and Pattern Recognition, 2001.</a:t>
            </a:r>
          </a:p>
          <a:p>
            <a:pPr algn="l">
              <a:lnSpc>
                <a:spcPct val="150000"/>
              </a:lnSpc>
            </a:pPr>
            <a:r>
              <a:rPr lang="en-IN" altLang="en-US" sz="1800" dirty="0">
                <a:latin typeface="Times New Roman" panose="02020603050405020304" pitchFamily="18" charset="0"/>
                <a:cs typeface="Times New Roman" panose="02020603050405020304" pitchFamily="18" charset="0"/>
              </a:rPr>
              <a:t>[2] G. </a:t>
            </a:r>
            <a:r>
              <a:rPr lang="en-IN" altLang="en-US" sz="1800" dirty="0" err="1">
                <a:latin typeface="Times New Roman" panose="02020603050405020304" pitchFamily="18" charset="0"/>
                <a:cs typeface="Times New Roman" panose="02020603050405020304" pitchFamily="18" charset="0"/>
              </a:rPr>
              <a:t>Bradski</a:t>
            </a:r>
            <a:r>
              <a:rPr lang="en-IN" altLang="en-US" sz="1800" dirty="0">
                <a:latin typeface="Times New Roman" panose="02020603050405020304" pitchFamily="18" charset="0"/>
                <a:cs typeface="Times New Roman" panose="02020603050405020304" pitchFamily="18" charset="0"/>
              </a:rPr>
              <a:t>, A. </a:t>
            </a:r>
            <a:r>
              <a:rPr lang="en-IN" altLang="en-US" sz="1800" dirty="0" err="1">
                <a:latin typeface="Times New Roman" panose="02020603050405020304" pitchFamily="18" charset="0"/>
                <a:cs typeface="Times New Roman" panose="02020603050405020304" pitchFamily="18" charset="0"/>
              </a:rPr>
              <a:t>Kaehler</a:t>
            </a:r>
            <a:r>
              <a:rPr lang="en-IN" altLang="en-US" sz="1800" dirty="0">
                <a:latin typeface="Times New Roman" panose="02020603050405020304" pitchFamily="18" charset="0"/>
                <a:cs typeface="Times New Roman" panose="02020603050405020304" pitchFamily="18" charset="0"/>
              </a:rPr>
              <a:t>, Learning OpenCV: Computer Vision with the OpenCV Library, O’Reilly Media, 2008.</a:t>
            </a:r>
          </a:p>
          <a:p>
            <a:pPr algn="l">
              <a:lnSpc>
                <a:spcPct val="150000"/>
              </a:lnSpc>
            </a:pPr>
            <a:r>
              <a:rPr lang="en-IN" altLang="en-US" sz="1800" dirty="0">
                <a:latin typeface="Times New Roman" panose="02020603050405020304" pitchFamily="18" charset="0"/>
                <a:cs typeface="Times New Roman" panose="02020603050405020304" pitchFamily="18" charset="0"/>
              </a:rPr>
              <a:t>[3] OpenCV Documentation, “Open Source Computer Vision Library,” Available: https://opencv.org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extBox 4">
            <a:extLst>
              <a:ext uri="{FF2B5EF4-FFF2-40B4-BE49-F238E27FC236}">
                <a16:creationId xmlns:a16="http://schemas.microsoft.com/office/drawing/2014/main" id="{15BFFA13-5AF9-8C99-FF12-7EA55D5C3816}"/>
              </a:ext>
            </a:extLst>
          </p:cNvPr>
          <p:cNvSpPr txBox="1">
            <a:spLocks noChangeArrowheads="1"/>
          </p:cNvSpPr>
          <p:nvPr/>
        </p:nvSpPr>
        <p:spPr bwMode="auto">
          <a:xfrm>
            <a:off x="944578" y="4295780"/>
            <a:ext cx="9593261" cy="1569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9601" b="1"/>
              <a:t>Thank You!</a:t>
            </a:r>
          </a:p>
        </p:txBody>
      </p:sp>
      <p:pic>
        <p:nvPicPr>
          <p:cNvPr id="17411" name="Picture 1">
            <a:extLst>
              <a:ext uri="{FF2B5EF4-FFF2-40B4-BE49-F238E27FC236}">
                <a16:creationId xmlns:a16="http://schemas.microsoft.com/office/drawing/2014/main" id="{4DA5363D-1A6B-EE32-660B-295DB58D5D6E}"/>
              </a:ext>
            </a:extLst>
          </p:cNvPr>
          <p:cNvPicPr>
            <a:picLocks noChangeAspect="1"/>
          </p:cNvPicPr>
          <p:nvPr/>
        </p:nvPicPr>
        <p:blipFill>
          <a:blip r:embed="rId2">
            <a:extLst>
              <a:ext uri="{28A0092B-C50C-407E-A947-70E740481C1C}">
                <a14:useLocalDpi xmlns:a14="http://schemas.microsoft.com/office/drawing/2010/main" val="0"/>
              </a:ext>
            </a:extLst>
          </a:blip>
          <a:srcRect t="12978" b="11588"/>
          <a:stretch>
            <a:fillRect/>
          </a:stretch>
        </p:blipFill>
        <p:spPr bwMode="auto">
          <a:xfrm>
            <a:off x="3333758" y="900117"/>
            <a:ext cx="7413628" cy="278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048619"/>
                                        </p:tgtEl>
                                        <p:attrNameLst>
                                          <p:attrName>ppt_x</p:attrName>
                                          <p:attrName>ppt_y</p:attrName>
                                        </p:attrNameLst>
                                      </p:cBhvr>
                                    </p:animMotion>
                                    <p:animRot by="1500000">
                                      <p:cBhvr>
                                        <p:cTn id="7" dur="125" fill="hold">
                                          <p:stCondLst>
                                            <p:cond delay="0"/>
                                          </p:stCondLst>
                                        </p:cTn>
                                        <p:tgtEl>
                                          <p:spTgt spid="1048619"/>
                                        </p:tgtEl>
                                        <p:attrNameLst>
                                          <p:attrName>r</p:attrName>
                                        </p:attrNameLst>
                                      </p:cBhvr>
                                    </p:animRot>
                                    <p:animRot by="-1500000">
                                      <p:cBhvr>
                                        <p:cTn id="8" dur="125" fill="hold">
                                          <p:stCondLst>
                                            <p:cond delay="125"/>
                                          </p:stCondLst>
                                        </p:cTn>
                                        <p:tgtEl>
                                          <p:spTgt spid="1048619"/>
                                        </p:tgtEl>
                                        <p:attrNameLst>
                                          <p:attrName>r</p:attrName>
                                        </p:attrNameLst>
                                      </p:cBhvr>
                                    </p:animRot>
                                    <p:animRot by="-1500000">
                                      <p:cBhvr>
                                        <p:cTn id="9" dur="125" fill="hold">
                                          <p:stCondLst>
                                            <p:cond delay="250"/>
                                          </p:stCondLst>
                                        </p:cTn>
                                        <p:tgtEl>
                                          <p:spTgt spid="1048619"/>
                                        </p:tgtEl>
                                        <p:attrNameLst>
                                          <p:attrName>r</p:attrName>
                                        </p:attrNameLst>
                                      </p:cBhvr>
                                    </p:animRot>
                                    <p:animRot by="1500000">
                                      <p:cBhvr>
                                        <p:cTn id="10" dur="125" fill="hold">
                                          <p:stCondLst>
                                            <p:cond delay="375"/>
                                          </p:stCondLst>
                                        </p:cTn>
                                        <p:tgtEl>
                                          <p:spTgt spid="104861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1756</Words>
  <Application>Microsoft Office PowerPoint</Application>
  <PresentationFormat>Widescreen</PresentationFormat>
  <Paragraphs>183</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PowerPoint Presentation</vt:lpstr>
      <vt:lpstr>Introduction</vt:lpstr>
      <vt:lpstr>Scope</vt:lpstr>
      <vt:lpstr>Existing System</vt:lpstr>
      <vt:lpstr>Proposed System</vt:lpstr>
      <vt:lpstr>                              Project Flow</vt:lpstr>
      <vt:lpstr>PowerPoint Presentation</vt:lpstr>
      <vt:lpstr> Computational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Implementation Steps and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akshi</dc:creator>
  <cp:lastModifiedBy>Ruthwik Reddy</cp:lastModifiedBy>
  <cp:revision>19</cp:revision>
  <dcterms:modified xsi:type="dcterms:W3CDTF">2026-03-11T17:49:18Z</dcterms:modified>
</cp:coreProperties>
</file>